
<file path=[Content_Types].xml><?xml version="1.0" encoding="utf-8"?>
<Types xmlns="http://schemas.openxmlformats.org/package/2006/content-types">
  <Default Extension="xml" ContentType="application/xml"/>
  <Default Extension="rels" ContentType="application/vnd.openxmlformats-package.relationships+xml"/>
  <Default Extension="png" ContentType="image/png"/>
  <Default Extension="jpeg" ContentType="image/jpeg"/>
  <Override PartName="/_rels/.rels" ContentType="application/vnd.openxmlformats-package.relationship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customXml/item1.xml" ContentType="application/xml"/>
  <Override PartName="/customXml/itemProps1.xml" ContentType="application/vnd.openxmlformats-officedocument.customXmlProperties+xml"/>
  <Override PartName="/customXml/item2.xml" ContentType="application/xml"/>
  <Override PartName="/customXml/_rels/item1.xml.rels" ContentType="application/vnd.openxmlformats-package.relationships+xml"/>
  <Override PartName="/customXml/_rels/item2.xml.rels" ContentType="application/vnd.openxmlformats-package.relationships+xml"/>
  <Override PartName="/customXml/_rels/item3.xml.rels" ContentType="application/vnd.openxmlformats-package.relationships+xml"/>
  <Override PartName="/customXml/itemProps2.xml" ContentType="application/vnd.openxmlformats-officedocument.customXmlProperties+xml"/>
  <Override PartName="/customXml/item3.xml" ContentType="application/xml"/>
  <Override PartName="/customXml/itemProps3.xml" ContentType="application/vnd.openxmlformats-officedocument.customXmlProperties+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Masters/slideMaster8.xml" ContentType="application/vnd.openxmlformats-officedocument.presentationml.slideMaster+xml"/>
  <Override PartName="/ppt/slideMasters/slideMaster9.xml" ContentType="application/vnd.openxmlformats-officedocument.presentationml.slideMaster+xml"/>
  <Override PartName="/ppt/slideMasters/slideMaster10.xml" ContentType="application/vnd.openxmlformats-officedocument.presentationml.slideMaster+xml"/>
  <Override PartName="/ppt/slideMasters/slideMaster11.xml" ContentType="application/vnd.openxmlformats-officedocument.presentationml.slideMaster+xml"/>
  <Override PartName="/ppt/slideMasters/slideMaster12.xml" ContentType="application/vnd.openxmlformats-officedocument.presentationml.slideMaster+xml"/>
  <Override PartName="/ppt/slideMasters/slideMaster13.xml" ContentType="application/vnd.openxmlformats-officedocument.presentationml.slideMaster+xml"/>
  <Override PartName="/ppt/slideMasters/slideMaster14.xml" ContentType="application/vnd.openxmlformats-officedocument.presentationml.slideMaster+xml"/>
  <Override PartName="/ppt/slideMasters/slideMaster15.xml" ContentType="application/vnd.openxmlformats-officedocument.presentationml.slideMaster+xml"/>
  <Override PartName="/ppt/slideMasters/slideMaster16.xml" ContentType="application/vnd.openxmlformats-officedocument.presentationml.slideMaster+xml"/>
  <Override PartName="/ppt/slideMasters/slideMaster17.xml" ContentType="application/vnd.openxmlformats-officedocument.presentationml.slideMaster+xml"/>
  <Override PartName="/ppt/slideMasters/_rels/slideMaster1.xml.rels" ContentType="application/vnd.openxmlformats-package.relationships+xml"/>
  <Override PartName="/ppt/slideMasters/_rels/slideMaster2.xml.rels" ContentType="application/vnd.openxmlformats-package.relationships+xml"/>
  <Override PartName="/ppt/slideMasters/_rels/slideMaster3.xml.rels" ContentType="application/vnd.openxmlformats-package.relationships+xml"/>
  <Override PartName="/ppt/slideMasters/_rels/slideMaster4.xml.rels" ContentType="application/vnd.openxmlformats-package.relationships+xml"/>
  <Override PartName="/ppt/slideMasters/_rels/slideMaster5.xml.rels" ContentType="application/vnd.openxmlformats-package.relationships+xml"/>
  <Override PartName="/ppt/slideMasters/_rels/slideMaster6.xml.rels" ContentType="application/vnd.openxmlformats-package.relationships+xml"/>
  <Override PartName="/ppt/slideMasters/_rels/slideMaster7.xml.rels" ContentType="application/vnd.openxmlformats-package.relationships+xml"/>
  <Override PartName="/ppt/slideMasters/_rels/slideMaster8.xml.rels" ContentType="application/vnd.openxmlformats-package.relationships+xml"/>
  <Override PartName="/ppt/slideMasters/_rels/slideMaster9.xml.rels" ContentType="application/vnd.openxmlformats-package.relationships+xml"/>
  <Override PartName="/ppt/slideMasters/_rels/slideMaster10.xml.rels" ContentType="application/vnd.openxmlformats-package.relationships+xml"/>
  <Override PartName="/ppt/slideMasters/_rels/slideMaster11.xml.rels" ContentType="application/vnd.openxmlformats-package.relationships+xml"/>
  <Override PartName="/ppt/slideMasters/_rels/slideMaster12.xml.rels" ContentType="application/vnd.openxmlformats-package.relationships+xml"/>
  <Override PartName="/ppt/slideMasters/_rels/slideMaster13.xml.rels" ContentType="application/vnd.openxmlformats-package.relationships+xml"/>
  <Override PartName="/ppt/slideMasters/_rels/slideMaster14.xml.rels" ContentType="application/vnd.openxmlformats-package.relationships+xml"/>
  <Override PartName="/ppt/slideMasters/_rels/slideMaster15.xml.rels" ContentType="application/vnd.openxmlformats-package.relationships+xml"/>
  <Override PartName="/ppt/slideMasters/_rels/slideMaster16.xml.rels" ContentType="application/vnd.openxmlformats-package.relationships+xml"/>
  <Override PartName="/ppt/slideMasters/_rels/slideMaster17.xml.rels" ContentType="application/vnd.openxmlformats-package.relationships+xml"/>
  <Override PartName="/ppt/notesMasters/notesMaster1.xml" ContentType="application/vnd.openxmlformats-officedocument.presentationml.notesMaster+xml"/>
  <Override PartName="/ppt/notesMasters/_rels/notesMaster1.xml.rels" ContentType="application/vnd.openxmlformats-package.relationship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theme/theme7.xml" ContentType="application/vnd.openxmlformats-officedocument.theme+xml"/>
  <Override PartName="/ppt/theme/theme8.xml" ContentType="application/vnd.openxmlformats-officedocument.theme+xml"/>
  <Override PartName="/ppt/theme/theme9.xml" ContentType="application/vnd.openxmlformats-officedocument.theme+xml"/>
  <Override PartName="/ppt/theme/theme10.xml" ContentType="application/vnd.openxmlformats-officedocument.theme+xml"/>
  <Override PartName="/ppt/theme/theme11.xml" ContentType="application/vnd.openxmlformats-officedocument.theme+xml"/>
  <Override PartName="/ppt/theme/theme12.xml" ContentType="application/vnd.openxmlformats-officedocument.theme+xml"/>
  <Override PartName="/ppt/theme/theme13.xml" ContentType="application/vnd.openxmlformats-officedocument.theme+xml"/>
  <Override PartName="/ppt/theme/theme14.xml" ContentType="application/vnd.openxmlformats-officedocument.theme+xml"/>
  <Override PartName="/ppt/theme/theme15.xml" ContentType="application/vnd.openxmlformats-officedocument.theme+xml"/>
  <Override PartName="/ppt/theme/theme16.xml" ContentType="application/vnd.openxmlformats-officedocument.theme+xml"/>
  <Override PartName="/ppt/theme/theme17.xml" ContentType="application/vnd.openxmlformats-officedocument.theme+xml"/>
  <Override PartName="/ppt/theme/theme18.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media/image1.png" ContentType="image/png"/>
  <Override PartName="/ppt/media/image7.jpeg" ContentType="image/jpeg"/>
  <Override PartName="/ppt/media/image2.png" ContentType="image/png"/>
  <Override PartName="/ppt/media/media5.mp4" ContentType="video/mp4"/>
  <Override PartName="/ppt/media/image3.png" ContentType="image/png"/>
  <Override PartName="/ppt/media/image4.png" ContentType="image/png"/>
  <Override PartName="/ppt/media/image6.png" ContentType="image/png"/>
  <Override PartName="/ppt/media/image8.png" ContentType="image/png"/>
  <Override PartName="/ppt/media/image9.jpeg" ContentType="image/jpeg"/>
  <Override PartName="/ppt/media/image10.png" ContentType="image/png"/>
  <Override PartName="/ppt/media/image11.png" ContentType="image/png"/>
  <Override PartName="/ppt/media/image12.png" ContentType="image/png"/>
  <Override PartName="/ppt/media/image13.png" ContentType="image/png"/>
  <Override PartName="/ppt/media/image14.png" ContentType="image/png"/>
  <Override PartName="/ppt/media/image15.jpeg" ContentType="image/jpeg"/>
  <Override PartName="/ppt/media/image16.png" ContentType="image/png"/>
  <Override PartName="/ppt/media/image17.png" ContentType="image/png"/>
  <Override PartName="/ppt/media/image18.png" ContentType="image/png"/>
  <Override PartName="/ppt/media/image19.jpeg" ContentType="image/jpeg"/>
  <Override PartName="/ppt/media/image22.png" ContentType="image/png"/>
  <Override PartName="/ppt/media/image20.png" ContentType="image/png"/>
  <Override PartName="/ppt/media/image21.jpeg" ContentType="image/jpeg"/>
  <Override PartName="/ppt/media/image23.png" ContentType="image/png"/>
  <Override PartName="/ppt/media/image24.png" ContentType="image/png"/>
  <Override PartName="/ppt/media/image25.png" ContentType="image/png"/>
  <Override PartName="/ppt/media/image26.jpeg" ContentType="image/jpeg"/>
  <Override PartName="/ppt/media/image27.jpeg" ContentType="image/jpeg"/>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_rels/slideLayout1.xml.rels" ContentType="application/vnd.openxmlformats-package.relationships+xml"/>
  <Override PartName="/ppt/slideLayouts/_rels/slideLayout2.xml.rels" ContentType="application/vnd.openxmlformats-package.relationships+xml"/>
  <Override PartName="/ppt/slideLayouts/_rels/slideLayout3.xml.rels" ContentType="application/vnd.openxmlformats-package.relationships+xml"/>
  <Override PartName="/ppt/slideLayouts/_rels/slideLayout4.xml.rels" ContentType="application/vnd.openxmlformats-package.relationships+xml"/>
  <Override PartName="/ppt/slideLayouts/_rels/slideLayout5.xml.rels" ContentType="application/vnd.openxmlformats-package.relationships+xml"/>
  <Override PartName="/ppt/slideLayouts/_rels/slideLayout6.xml.rels" ContentType="application/vnd.openxmlformats-package.relationships+xml"/>
  <Override PartName="/ppt/slideLayouts/_rels/slideLayout7.xml.rels" ContentType="application/vnd.openxmlformats-package.relationships+xml"/>
  <Override PartName="/ppt/slideLayouts/_rels/slideLayout8.xml.rels" ContentType="application/vnd.openxmlformats-package.relationships+xml"/>
  <Override PartName="/ppt/slideLayouts/_rels/slideLayout9.xml.rels" ContentType="application/vnd.openxmlformats-package.relationships+xml"/>
  <Override PartName="/ppt/slideLayouts/_rels/slideLayout10.xml.rels" ContentType="application/vnd.openxmlformats-package.relationships+xml"/>
  <Override PartName="/ppt/slideLayouts/_rels/slideLayout11.xml.rels" ContentType="application/vnd.openxmlformats-package.relationships+xml"/>
  <Override PartName="/ppt/slideLayouts/_rels/slideLayout12.xml.rels" ContentType="application/vnd.openxmlformats-package.relationships+xml"/>
  <Override PartName="/ppt/slideLayouts/_rels/slideLayout13.xml.rels" ContentType="application/vnd.openxmlformats-package.relationships+xml"/>
  <Override PartName="/ppt/slideLayouts/_rels/slideLayout14.xml.rels" ContentType="application/vnd.openxmlformats-package.relationships+xml"/>
  <Override PartName="/ppt/slideLayouts/_rels/slideLayout15.xml.rels" ContentType="application/vnd.openxmlformats-package.relationships+xml"/>
  <Override PartName="/ppt/slideLayouts/_rels/slideLayout16.xml.rels" ContentType="application/vnd.openxmlformats-package.relationships+xml"/>
  <Override PartName="/ppt/slideLayouts/_rels/slideLayout17.xml.rels" ContentType="application/vnd.openxmlformats-package.relationships+xml"/>
  <Override PartName="/ppt/slides/slide1.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3.xml" ContentType="application/vnd.openxmlformats-officedocument.presentationml.slide+xml"/>
  <Override PartName="/ppt/slides/slide21.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_rels/slide1.xml.rels" ContentType="application/vnd.openxmlformats-package.relationships+xml"/>
  <Override PartName="/ppt/slides/_rels/slide2.xml.rels" ContentType="application/vnd.openxmlformats-package.relationships+xml"/>
  <Override PartName="/ppt/slides/_rels/slide20.xml.rels" ContentType="application/vnd.openxmlformats-package.relationships+xml"/>
  <Override PartName="/ppt/slides/_rels/slide3.xml.rels" ContentType="application/vnd.openxmlformats-package.relationships+xml"/>
  <Override PartName="/ppt/slides/_rels/slide21.xml.rels" ContentType="application/vnd.openxmlformats-package.relationships+xml"/>
  <Override PartName="/ppt/slides/_rels/slide4.xml.rels" ContentType="application/vnd.openxmlformats-package.relationships+xml"/>
  <Override PartName="/ppt/slides/_rels/slide5.xml.rels" ContentType="application/vnd.openxmlformats-package.relationships+xml"/>
  <Override PartName="/ppt/slides/_rels/slide6.xml.rels" ContentType="application/vnd.openxmlformats-package.relationships+xml"/>
  <Override PartName="/ppt/slides/_rels/slide7.xml.rels" ContentType="application/vnd.openxmlformats-package.relationships+xml"/>
  <Override PartName="/ppt/slides/_rels/slide8.xml.rels" ContentType="application/vnd.openxmlformats-package.relationships+xml"/>
  <Override PartName="/ppt/slides/_rels/slide9.xml.rels" ContentType="application/vnd.openxmlformats-package.relationships+xml"/>
  <Override PartName="/ppt/slides/_rels/slide10.xml.rels" ContentType="application/vnd.openxmlformats-package.relationships+xml"/>
  <Override PartName="/ppt/slides/_rels/slide11.xml.rels" ContentType="application/vnd.openxmlformats-package.relationships+xml"/>
  <Override PartName="/ppt/slides/_rels/slide12.xml.rels" ContentType="application/vnd.openxmlformats-package.relationships+xml"/>
  <Override PartName="/ppt/slides/_rels/slide13.xml.rels" ContentType="application/vnd.openxmlformats-package.relationships+xml"/>
  <Override PartName="/ppt/slides/_rels/slide14.xml.rels" ContentType="application/vnd.openxmlformats-package.relationships+xml"/>
  <Override PartName="/ppt/slides/_rels/slide15.xml.rels" ContentType="application/vnd.openxmlformats-package.relationships+xml"/>
  <Override PartName="/ppt/slides/_rels/slide16.xml.rels" ContentType="application/vnd.openxmlformats-package.relationships+xml"/>
  <Override PartName="/ppt/slides/_rels/slide17.xml.rels" ContentType="application/vnd.openxmlformats-package.relationships+xml"/>
  <Override PartName="/ppt/slides/_rels/slide18.xml.rels" ContentType="application/vnd.openxmlformats-package.relationships+xml"/>
  <Override PartName="/ppt/slides/_rels/slide19.xml.rels" ContentType="application/vnd.openxmlformats-package.relationships+xml"/>
  <Override PartName="/ppt/notesSlides/notesSlide1.xml" ContentType="application/vnd.openxmlformats-officedocument.presentationml.notesSlide+xml"/>
  <Override PartName="/ppt/notesSlides/_rels/notesSlide1.xml.rels" ContentType="application/vnd.openxmlformats-package.relationships+xml"/>
  <Override PartName="/ppt/presProps.xml" ContentType="application/vnd.openxmlformats-officedocument.presentationml.presProps+xml"/>
  <Override PartName="/ppt/_rels/presentation.xml.rels" ContentType="application/vnd.openxmlformats-package.relationships+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custom-properties" Target="docProps/custom.xml"/><Relationship Id="rId4" Type="http://schemas.openxmlformats.org/officeDocument/2006/relationships/customXml" Target="../customXml/item1.xml"/><Relationship Id="rId5" Type="http://schemas.openxmlformats.org/officeDocument/2006/relationships/customXml" Target="../customXml/item2.xml"/><Relationship Id="rId6" Type="http://schemas.openxmlformats.org/officeDocument/2006/relationships/customXml" Target="../customXml/item3.xml"/><Relationship Id="rId7"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 id="2147483650" r:id="rId3"/>
    <p:sldMasterId id="2147483652" r:id="rId4"/>
    <p:sldMasterId id="2147483654" r:id="rId5"/>
    <p:sldMasterId id="2147483656" r:id="rId6"/>
    <p:sldMasterId id="2147483658" r:id="rId7"/>
    <p:sldMasterId id="2147483660" r:id="rId8"/>
    <p:sldMasterId id="2147483662" r:id="rId9"/>
    <p:sldMasterId id="2147483664" r:id="rId10"/>
    <p:sldMasterId id="2147483666" r:id="rId11"/>
    <p:sldMasterId id="2147483668" r:id="rId12"/>
    <p:sldMasterId id="2147483670" r:id="rId13"/>
    <p:sldMasterId id="2147483672" r:id="rId14"/>
    <p:sldMasterId id="2147483674" r:id="rId15"/>
    <p:sldMasterId id="2147483676" r:id="rId16"/>
    <p:sldMasterId id="2147483678" r:id="rId17"/>
    <p:sldMasterId id="2147483680" r:id="rId18"/>
  </p:sldMasterIdLst>
  <p:notesMasterIdLst>
    <p:notesMasterId r:id="rId19"/>
  </p:notesMasterIdLst>
  <p:sldIdLst>
    <p:sldId id="256" r:id="rId20"/>
    <p:sldId id="257" r:id="rId21"/>
    <p:sldId id="258" r:id="rId22"/>
    <p:sldId id="259" r:id="rId23"/>
    <p:sldId id="260" r:id="rId24"/>
    <p:sldId id="261" r:id="rId25"/>
    <p:sldId id="262" r:id="rId26"/>
    <p:sldId id="263" r:id="rId27"/>
    <p:sldId id="264" r:id="rId28"/>
    <p:sldId id="265" r:id="rId29"/>
    <p:sldId id="266" r:id="rId30"/>
    <p:sldId id="267" r:id="rId31"/>
    <p:sldId id="268" r:id="rId32"/>
    <p:sldId id="269" r:id="rId33"/>
    <p:sldId id="270" r:id="rId34"/>
    <p:sldId id="271" r:id="rId35"/>
    <p:sldId id="272" r:id="rId36"/>
    <p:sldId id="273" r:id="rId37"/>
    <p:sldId id="274" r:id="rId38"/>
    <p:sldId id="275" r:id="rId39"/>
    <p:sldId id="276" r:id="rId40"/>
  </p:sldIdLst>
  <p:sldSz cx="12188825" cy="6858000"/>
  <p:notesSz cx="6858000" cy="9144000"/>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ationPr>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slideMaster" Target="slideMasters/slideMaster2.xml"/><Relationship Id="rId4" Type="http://schemas.openxmlformats.org/officeDocument/2006/relationships/slideMaster" Target="slideMasters/slideMaster3.xml"/><Relationship Id="rId5" Type="http://schemas.openxmlformats.org/officeDocument/2006/relationships/slideMaster" Target="slideMasters/slideMaster4.xml"/><Relationship Id="rId6" Type="http://schemas.openxmlformats.org/officeDocument/2006/relationships/slideMaster" Target="slideMasters/slideMaster5.xml"/><Relationship Id="rId7" Type="http://schemas.openxmlformats.org/officeDocument/2006/relationships/slideMaster" Target="slideMasters/slideMaster6.xml"/><Relationship Id="rId8" Type="http://schemas.openxmlformats.org/officeDocument/2006/relationships/slideMaster" Target="slideMasters/slideMaster7.xml"/><Relationship Id="rId9" Type="http://schemas.openxmlformats.org/officeDocument/2006/relationships/slideMaster" Target="slideMasters/slideMaster8.xml"/><Relationship Id="rId10" Type="http://schemas.openxmlformats.org/officeDocument/2006/relationships/slideMaster" Target="slideMasters/slideMaster9.xml"/><Relationship Id="rId11" Type="http://schemas.openxmlformats.org/officeDocument/2006/relationships/slideMaster" Target="slideMasters/slideMaster10.xml"/><Relationship Id="rId12" Type="http://schemas.openxmlformats.org/officeDocument/2006/relationships/slideMaster" Target="slideMasters/slideMaster11.xml"/><Relationship Id="rId13" Type="http://schemas.openxmlformats.org/officeDocument/2006/relationships/slideMaster" Target="slideMasters/slideMaster12.xml"/><Relationship Id="rId14" Type="http://schemas.openxmlformats.org/officeDocument/2006/relationships/slideMaster" Target="slideMasters/slideMaster13.xml"/><Relationship Id="rId15" Type="http://schemas.openxmlformats.org/officeDocument/2006/relationships/slideMaster" Target="slideMasters/slideMaster14.xml"/><Relationship Id="rId16" Type="http://schemas.openxmlformats.org/officeDocument/2006/relationships/slideMaster" Target="slideMasters/slideMaster15.xml"/><Relationship Id="rId17" Type="http://schemas.openxmlformats.org/officeDocument/2006/relationships/slideMaster" Target="slideMasters/slideMaster16.xml"/><Relationship Id="rId18" Type="http://schemas.openxmlformats.org/officeDocument/2006/relationships/slideMaster" Target="slideMasters/slideMaster17.xml"/><Relationship Id="rId19" Type="http://schemas.openxmlformats.org/officeDocument/2006/relationships/notesMaster" Target="notesMasters/notesMaster1.xml"/><Relationship Id="rId20" Type="http://schemas.openxmlformats.org/officeDocument/2006/relationships/slide" Target="slides/slide1.xml"/><Relationship Id="rId21" Type="http://schemas.openxmlformats.org/officeDocument/2006/relationships/slide" Target="slides/slide2.xml"/><Relationship Id="rId22" Type="http://schemas.openxmlformats.org/officeDocument/2006/relationships/slide" Target="slides/slide3.xml"/><Relationship Id="rId23" Type="http://schemas.openxmlformats.org/officeDocument/2006/relationships/slide" Target="slides/slide4.xml"/><Relationship Id="rId24" Type="http://schemas.openxmlformats.org/officeDocument/2006/relationships/slide" Target="slides/slide5.xml"/><Relationship Id="rId25" Type="http://schemas.openxmlformats.org/officeDocument/2006/relationships/slide" Target="slides/slide6.xml"/><Relationship Id="rId26" Type="http://schemas.openxmlformats.org/officeDocument/2006/relationships/slide" Target="slides/slide7.xml"/><Relationship Id="rId27" Type="http://schemas.openxmlformats.org/officeDocument/2006/relationships/slide" Target="slides/slide8.xml"/><Relationship Id="rId28" Type="http://schemas.openxmlformats.org/officeDocument/2006/relationships/slide" Target="slides/slide9.xml"/><Relationship Id="rId29" Type="http://schemas.openxmlformats.org/officeDocument/2006/relationships/slide" Target="slides/slide10.xml"/><Relationship Id="rId30" Type="http://schemas.openxmlformats.org/officeDocument/2006/relationships/slide" Target="slides/slide11.xml"/><Relationship Id="rId31" Type="http://schemas.openxmlformats.org/officeDocument/2006/relationships/slide" Target="slides/slide12.xml"/><Relationship Id="rId32" Type="http://schemas.openxmlformats.org/officeDocument/2006/relationships/slide" Target="slides/slide13.xml"/><Relationship Id="rId33" Type="http://schemas.openxmlformats.org/officeDocument/2006/relationships/slide" Target="slides/slide14.xml"/><Relationship Id="rId34" Type="http://schemas.openxmlformats.org/officeDocument/2006/relationships/slide" Target="slides/slide15.xml"/><Relationship Id="rId35" Type="http://schemas.openxmlformats.org/officeDocument/2006/relationships/slide" Target="slides/slide16.xml"/><Relationship Id="rId36" Type="http://schemas.openxmlformats.org/officeDocument/2006/relationships/slide" Target="slides/slide17.xml"/><Relationship Id="rId37" Type="http://schemas.openxmlformats.org/officeDocument/2006/relationships/slide" Target="slides/slide18.xml"/><Relationship Id="rId38" Type="http://schemas.openxmlformats.org/officeDocument/2006/relationships/slide" Target="slides/slide19.xml"/><Relationship Id="rId39" Type="http://schemas.openxmlformats.org/officeDocument/2006/relationships/slide" Target="slides/slide20.xml"/><Relationship Id="rId40" Type="http://schemas.openxmlformats.org/officeDocument/2006/relationships/slide" Target="slides/slide21.xml"/><Relationship Id="rId41" Type="http://schemas.openxmlformats.org/officeDocument/2006/relationships/presProps" Target="presProps.xml"/>
</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DC32E898-1FD1-4A3A-AAFA-6E30D3C34077}" type="doc">
      <dgm:prSet loTypeId="urn:microsoft.com/office/officeart/2005/8/layout/chevronAccent+Icon" loCatId="process" qsTypeId="urn:microsoft.com/office/officeart/2005/8/quickstyle/simple1" qsCatId="simple" csTypeId="urn:microsoft.com/office/officeart/2005/8/colors/accent1_2" csCatId="accent1" phldr="1"/>
      <dgm:spPr/>
      <dgm:t>
        <a:bodyPr/>
        <a:lstStyle/>
        <a:p>
          <a:endParaRPr lang="en-US"/>
        </a:p>
      </dgm:t>
    </dgm:pt>
    <dgm:pt modelId="{BAE02BEC-A037-494B-BE9B-7E63A7054645}">
      <dgm:prSet phldrT="[Text]" custT="1"/>
      <dgm:spPr/>
      <dgm:t>
        <a:bodyPr/>
        <a:lstStyle/>
        <a:p>
          <a:r>
            <a:rPr lang="en-US" sz="2800" dirty="0" smtClean="0"/>
            <a:t>Onboarding</a:t>
          </a:r>
          <a:endParaRPr lang="en-US" sz="2800" dirty="0"/>
        </a:p>
      </dgm:t>
    </dgm:pt>
    <dgm:pt modelId="{DA304600-123C-49F1-9C87-79E1C26A987A}" type="parTrans" cxnId="{6A05F3AC-1C93-4015-B425-D8744DA71427}">
      <dgm:prSet/>
      <dgm:spPr/>
      <dgm:t>
        <a:bodyPr/>
        <a:lstStyle/>
        <a:p>
          <a:endParaRPr lang="en-US"/>
        </a:p>
      </dgm:t>
    </dgm:pt>
    <dgm:pt modelId="{ABA93118-D635-4E2E-ABF0-EE37F4795B44}" type="sibTrans" cxnId="{6A05F3AC-1C93-4015-B425-D8744DA71427}">
      <dgm:prSet/>
      <dgm:spPr/>
      <dgm:t>
        <a:bodyPr/>
        <a:lstStyle/>
        <a:p>
          <a:endParaRPr lang="en-US"/>
        </a:p>
      </dgm:t>
    </dgm:pt>
    <dgm:pt modelId="{44A4BFE3-2D8A-426C-B9CD-483A648DBE71}">
      <dgm:prSet phldrT="[Text]" custT="1"/>
      <dgm:spPr/>
      <dgm:t>
        <a:bodyPr/>
        <a:lstStyle/>
        <a:p>
          <a:r>
            <a:rPr lang="en-US" sz="2800" dirty="0" smtClean="0"/>
            <a:t>UAT</a:t>
          </a:r>
          <a:endParaRPr lang="en-US" sz="2800" dirty="0"/>
        </a:p>
      </dgm:t>
    </dgm:pt>
    <dgm:pt modelId="{EB293FE2-1281-4A85-B5F5-34EAAC443FD1}" type="parTrans" cxnId="{664D82AC-EF35-4CA1-AD8C-0EBD2A991B92}">
      <dgm:prSet/>
      <dgm:spPr/>
      <dgm:t>
        <a:bodyPr/>
        <a:lstStyle/>
        <a:p>
          <a:endParaRPr lang="en-US"/>
        </a:p>
      </dgm:t>
    </dgm:pt>
    <dgm:pt modelId="{1AEAE9B5-C614-42D3-993B-6D8B810E8289}" type="sibTrans" cxnId="{664D82AC-EF35-4CA1-AD8C-0EBD2A991B92}">
      <dgm:prSet/>
      <dgm:spPr/>
      <dgm:t>
        <a:bodyPr/>
        <a:lstStyle/>
        <a:p>
          <a:endParaRPr lang="en-US"/>
        </a:p>
      </dgm:t>
    </dgm:pt>
    <dgm:pt modelId="{244EE86A-9B99-4939-9F30-B59228F9EB6C}">
      <dgm:prSet phldrT="[Text]" custT="1"/>
      <dgm:spPr/>
      <dgm:t>
        <a:bodyPr/>
        <a:lstStyle/>
        <a:p>
          <a:r>
            <a:rPr lang="en-US" sz="2800" dirty="0" smtClean="0"/>
            <a:t>Production</a:t>
          </a:r>
          <a:endParaRPr lang="en-US" sz="2800" dirty="0"/>
        </a:p>
      </dgm:t>
    </dgm:pt>
    <dgm:pt modelId="{386E842C-B3AF-437E-98A4-74CD2A33F69C}" type="parTrans" cxnId="{CD8B713E-AABC-423D-8573-43DB58F55824}">
      <dgm:prSet/>
      <dgm:spPr/>
      <dgm:t>
        <a:bodyPr/>
        <a:lstStyle/>
        <a:p>
          <a:endParaRPr lang="en-US"/>
        </a:p>
      </dgm:t>
    </dgm:pt>
    <dgm:pt modelId="{89F33F22-487D-45AA-9E11-867A960F40E4}" type="sibTrans" cxnId="{CD8B713E-AABC-423D-8573-43DB58F55824}">
      <dgm:prSet/>
      <dgm:spPr/>
      <dgm:t>
        <a:bodyPr/>
        <a:lstStyle/>
        <a:p>
          <a:endParaRPr lang="en-US"/>
        </a:p>
      </dgm:t>
    </dgm:pt>
    <dgm:pt modelId="{4553B915-E0F9-4187-8136-6E1BC5553588}" type="pres">
      <dgm:prSet presAssocID="{DC32E898-1FD1-4A3A-AAFA-6E30D3C34077}" presName="Name0" presStyleCnt="0">
        <dgm:presLayoutVars>
          <dgm:dir/>
          <dgm:resizeHandles val="exact"/>
        </dgm:presLayoutVars>
      </dgm:prSet>
      <dgm:spPr/>
      <dgm:t>
        <a:bodyPr/>
        <a:lstStyle/>
        <a:p>
          <a:endParaRPr lang="en-US"/>
        </a:p>
      </dgm:t>
    </dgm:pt>
    <dgm:pt modelId="{746B10EB-5996-4B0F-84F3-EB8799734928}" type="pres">
      <dgm:prSet presAssocID="{BAE02BEC-A037-494B-BE9B-7E63A7054645}" presName="composite" presStyleCnt="0"/>
      <dgm:spPr/>
    </dgm:pt>
    <dgm:pt modelId="{6A6AD523-D3F5-469E-994B-30A00871936D}" type="pres">
      <dgm:prSet presAssocID="{BAE02BEC-A037-494B-BE9B-7E63A7054645}" presName="bgChev" presStyleLbl="node1" presStyleIdx="0" presStyleCnt="3"/>
      <dgm:spPr/>
    </dgm:pt>
    <dgm:pt modelId="{16A87972-0CC6-40D4-A5B1-A427A8587C25}" type="pres">
      <dgm:prSet presAssocID="{BAE02BEC-A037-494B-BE9B-7E63A7054645}" presName="txNode" presStyleLbl="fgAcc1" presStyleIdx="0" presStyleCnt="3">
        <dgm:presLayoutVars>
          <dgm:bulletEnabled val="1"/>
        </dgm:presLayoutVars>
      </dgm:prSet>
      <dgm:spPr/>
      <dgm:t>
        <a:bodyPr/>
        <a:lstStyle/>
        <a:p>
          <a:endParaRPr lang="en-US"/>
        </a:p>
      </dgm:t>
    </dgm:pt>
    <dgm:pt modelId="{CA82EE19-8180-47B0-AA3C-28E4F86038BF}" type="pres">
      <dgm:prSet presAssocID="{ABA93118-D635-4E2E-ABF0-EE37F4795B44}" presName="compositeSpace" presStyleCnt="0"/>
      <dgm:spPr/>
    </dgm:pt>
    <dgm:pt modelId="{1BDCBC3C-2B3F-494F-A48C-7238E847AEAF}" type="pres">
      <dgm:prSet presAssocID="{44A4BFE3-2D8A-426C-B9CD-483A648DBE71}" presName="composite" presStyleCnt="0"/>
      <dgm:spPr/>
    </dgm:pt>
    <dgm:pt modelId="{05E619FB-51B7-4EAD-8960-6B2C2A869311}" type="pres">
      <dgm:prSet presAssocID="{44A4BFE3-2D8A-426C-B9CD-483A648DBE71}" presName="bgChev" presStyleLbl="node1" presStyleIdx="1" presStyleCnt="3"/>
      <dgm:spPr/>
    </dgm:pt>
    <dgm:pt modelId="{CE9E220D-CF4E-4EDE-9B4A-BB1A9D1B66A9}" type="pres">
      <dgm:prSet presAssocID="{44A4BFE3-2D8A-426C-B9CD-483A648DBE71}" presName="txNode" presStyleLbl="fgAcc1" presStyleIdx="1" presStyleCnt="3">
        <dgm:presLayoutVars>
          <dgm:bulletEnabled val="1"/>
        </dgm:presLayoutVars>
      </dgm:prSet>
      <dgm:spPr/>
      <dgm:t>
        <a:bodyPr/>
        <a:lstStyle/>
        <a:p>
          <a:endParaRPr lang="en-US"/>
        </a:p>
      </dgm:t>
    </dgm:pt>
    <dgm:pt modelId="{7BD25F70-4BE7-42EB-9DFE-F27F23987DB2}" type="pres">
      <dgm:prSet presAssocID="{1AEAE9B5-C614-42D3-993B-6D8B810E8289}" presName="compositeSpace" presStyleCnt="0"/>
      <dgm:spPr/>
    </dgm:pt>
    <dgm:pt modelId="{E614B080-3E30-47A8-ADB8-600514A031D1}" type="pres">
      <dgm:prSet presAssocID="{244EE86A-9B99-4939-9F30-B59228F9EB6C}" presName="composite" presStyleCnt="0"/>
      <dgm:spPr/>
    </dgm:pt>
    <dgm:pt modelId="{E88C0FCD-ACEA-461D-94FE-D1B56C86F1A6}" type="pres">
      <dgm:prSet presAssocID="{244EE86A-9B99-4939-9F30-B59228F9EB6C}" presName="bgChev" presStyleLbl="node1" presStyleIdx="2" presStyleCnt="3"/>
      <dgm:spPr/>
    </dgm:pt>
    <dgm:pt modelId="{47FF53CC-4D32-44F2-A138-4E1D0BBBC2A6}" type="pres">
      <dgm:prSet presAssocID="{244EE86A-9B99-4939-9F30-B59228F9EB6C}" presName="txNode" presStyleLbl="fgAcc1" presStyleIdx="2" presStyleCnt="3">
        <dgm:presLayoutVars>
          <dgm:bulletEnabled val="1"/>
        </dgm:presLayoutVars>
      </dgm:prSet>
      <dgm:spPr/>
      <dgm:t>
        <a:bodyPr/>
        <a:lstStyle/>
        <a:p>
          <a:endParaRPr lang="en-US"/>
        </a:p>
      </dgm:t>
    </dgm:pt>
  </dgm:ptLst>
  <dgm:cxnLst>
    <dgm:cxn modelId="{D5E607AF-3907-4829-9DEB-A1C93FEAFEF1}" type="presOf" srcId="{BAE02BEC-A037-494B-BE9B-7E63A7054645}" destId="{16A87972-0CC6-40D4-A5B1-A427A8587C25}" srcOrd="0" destOrd="0" presId="urn:microsoft.com/office/officeart/2005/8/layout/chevronAccent+Icon"/>
    <dgm:cxn modelId="{664D82AC-EF35-4CA1-AD8C-0EBD2A991B92}" srcId="{DC32E898-1FD1-4A3A-AAFA-6E30D3C34077}" destId="{44A4BFE3-2D8A-426C-B9CD-483A648DBE71}" srcOrd="1" destOrd="0" parTransId="{EB293FE2-1281-4A85-B5F5-34EAAC443FD1}" sibTransId="{1AEAE9B5-C614-42D3-993B-6D8B810E8289}"/>
    <dgm:cxn modelId="{155A63F2-03EB-41D4-97E9-48E0BBAA7C98}" type="presOf" srcId="{DC32E898-1FD1-4A3A-AAFA-6E30D3C34077}" destId="{4553B915-E0F9-4187-8136-6E1BC5553588}" srcOrd="0" destOrd="0" presId="urn:microsoft.com/office/officeart/2005/8/layout/chevronAccent+Icon"/>
    <dgm:cxn modelId="{DF8DFAB2-6894-4CC6-AA8A-04AC0E9BFF7B}" type="presOf" srcId="{244EE86A-9B99-4939-9F30-B59228F9EB6C}" destId="{47FF53CC-4D32-44F2-A138-4E1D0BBBC2A6}" srcOrd="0" destOrd="0" presId="urn:microsoft.com/office/officeart/2005/8/layout/chevronAccent+Icon"/>
    <dgm:cxn modelId="{6A05F3AC-1C93-4015-B425-D8744DA71427}" srcId="{DC32E898-1FD1-4A3A-AAFA-6E30D3C34077}" destId="{BAE02BEC-A037-494B-BE9B-7E63A7054645}" srcOrd="0" destOrd="0" parTransId="{DA304600-123C-49F1-9C87-79E1C26A987A}" sibTransId="{ABA93118-D635-4E2E-ABF0-EE37F4795B44}"/>
    <dgm:cxn modelId="{C5F3C1E0-E79A-41AA-96A8-B13540C6187A}" type="presOf" srcId="{44A4BFE3-2D8A-426C-B9CD-483A648DBE71}" destId="{CE9E220D-CF4E-4EDE-9B4A-BB1A9D1B66A9}" srcOrd="0" destOrd="0" presId="urn:microsoft.com/office/officeart/2005/8/layout/chevronAccent+Icon"/>
    <dgm:cxn modelId="{CD8B713E-AABC-423D-8573-43DB58F55824}" srcId="{DC32E898-1FD1-4A3A-AAFA-6E30D3C34077}" destId="{244EE86A-9B99-4939-9F30-B59228F9EB6C}" srcOrd="2" destOrd="0" parTransId="{386E842C-B3AF-437E-98A4-74CD2A33F69C}" sibTransId="{89F33F22-487D-45AA-9E11-867A960F40E4}"/>
    <dgm:cxn modelId="{079F3956-C2DD-4FC3-82AE-870ACD6CBF7B}" type="presParOf" srcId="{4553B915-E0F9-4187-8136-6E1BC5553588}" destId="{746B10EB-5996-4B0F-84F3-EB8799734928}" srcOrd="0" destOrd="0" presId="urn:microsoft.com/office/officeart/2005/8/layout/chevronAccent+Icon"/>
    <dgm:cxn modelId="{47C254F6-68E6-4579-915E-EEB1F72DCE00}" type="presParOf" srcId="{746B10EB-5996-4B0F-84F3-EB8799734928}" destId="{6A6AD523-D3F5-469E-994B-30A00871936D}" srcOrd="0" destOrd="0" presId="urn:microsoft.com/office/officeart/2005/8/layout/chevronAccent+Icon"/>
    <dgm:cxn modelId="{6970998C-C70A-48FD-AD6C-A5788A926225}" type="presParOf" srcId="{746B10EB-5996-4B0F-84F3-EB8799734928}" destId="{16A87972-0CC6-40D4-A5B1-A427A8587C25}" srcOrd="1" destOrd="0" presId="urn:microsoft.com/office/officeart/2005/8/layout/chevronAccent+Icon"/>
    <dgm:cxn modelId="{3999687E-508F-4378-8ADE-DE10083E5A5C}" type="presParOf" srcId="{4553B915-E0F9-4187-8136-6E1BC5553588}" destId="{CA82EE19-8180-47B0-AA3C-28E4F86038BF}" srcOrd="1" destOrd="0" presId="urn:microsoft.com/office/officeart/2005/8/layout/chevronAccent+Icon"/>
    <dgm:cxn modelId="{E8FAA88F-3B7C-450D-BF4F-584251C8B3DA}" type="presParOf" srcId="{4553B915-E0F9-4187-8136-6E1BC5553588}" destId="{1BDCBC3C-2B3F-494F-A48C-7238E847AEAF}" srcOrd="2" destOrd="0" presId="urn:microsoft.com/office/officeart/2005/8/layout/chevronAccent+Icon"/>
    <dgm:cxn modelId="{FAF87404-CCBD-437C-A09E-AFE2A8354417}" type="presParOf" srcId="{1BDCBC3C-2B3F-494F-A48C-7238E847AEAF}" destId="{05E619FB-51B7-4EAD-8960-6B2C2A869311}" srcOrd="0" destOrd="0" presId="urn:microsoft.com/office/officeart/2005/8/layout/chevronAccent+Icon"/>
    <dgm:cxn modelId="{9E0510F7-E2E1-4A32-AE31-B49257C23588}" type="presParOf" srcId="{1BDCBC3C-2B3F-494F-A48C-7238E847AEAF}" destId="{CE9E220D-CF4E-4EDE-9B4A-BB1A9D1B66A9}" srcOrd="1" destOrd="0" presId="urn:microsoft.com/office/officeart/2005/8/layout/chevronAccent+Icon"/>
    <dgm:cxn modelId="{DA469F00-17C1-4D70-B2A9-6D370AB51553}" type="presParOf" srcId="{4553B915-E0F9-4187-8136-6E1BC5553588}" destId="{7BD25F70-4BE7-42EB-9DFE-F27F23987DB2}" srcOrd="3" destOrd="0" presId="urn:microsoft.com/office/officeart/2005/8/layout/chevronAccent+Icon"/>
    <dgm:cxn modelId="{D38F6F2B-011E-481F-87E3-7F231C7CBDDE}" type="presParOf" srcId="{4553B915-E0F9-4187-8136-6E1BC5553588}" destId="{E614B080-3E30-47A8-ADB8-600514A031D1}" srcOrd="4" destOrd="0" presId="urn:microsoft.com/office/officeart/2005/8/layout/chevronAccent+Icon"/>
    <dgm:cxn modelId="{9A4C6FED-AB29-4D80-B6D1-83E45FD45ED2}" type="presParOf" srcId="{E614B080-3E30-47A8-ADB8-600514A031D1}" destId="{E88C0FCD-ACEA-461D-94FE-D1B56C86F1A6}" srcOrd="0" destOrd="0" presId="urn:microsoft.com/office/officeart/2005/8/layout/chevronAccent+Icon"/>
    <dgm:cxn modelId="{191DB4F9-067D-4D45-8DDF-FCD4E19FE37B}" type="presParOf" srcId="{E614B080-3E30-47A8-ADB8-600514A031D1}" destId="{47FF53CC-4D32-44F2-A138-4E1D0BBBC2A6}" srcOrd="1" destOrd="0" presId="urn:microsoft.com/office/officeart/2005/8/layout/chevronAccent+Icon"/>
  </dgm:cxnLst>
  <dgm:bg/>
  <dgm:whole/>
  <dgm:extLst>
    <a:ext uri="http://schemas.microsoft.com/office/drawing/2008/diagram">
      <dsp:dataModelExt xmlns:dsp="http://schemas.microsoft.com/office/drawing/2008/diagram" relId="rId5"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A6AD523-D3F5-469E-994B-30A00871936D}">
      <dsp:nvSpPr>
        <dsp:cNvPr id="0" name=""/>
        <dsp:cNvSpPr/>
      </dsp:nvSpPr>
      <dsp:spPr>
        <a:xfrm>
          <a:off x="1151" y="2010396"/>
          <a:ext cx="2894223" cy="1117170"/>
        </a:xfrm>
        <a:prstGeom prst="chevron">
          <a:avLst>
            <a:gd name="adj" fmla="val 4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16A87972-0CC6-40D4-A5B1-A427A8587C25}">
      <dsp:nvSpPr>
        <dsp:cNvPr id="0" name=""/>
        <dsp:cNvSpPr/>
      </dsp:nvSpPr>
      <dsp:spPr>
        <a:xfrm>
          <a:off x="772944" y="2289689"/>
          <a:ext cx="2444010" cy="1117170"/>
        </a:xfrm>
        <a:prstGeom prst="roundRect">
          <a:avLst>
            <a:gd name="adj" fmla="val 10000"/>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99136" tIns="199136" rIns="199136" bIns="199136" numCol="1" spcCol="1270" anchor="ctr" anchorCtr="0">
          <a:noAutofit/>
        </a:bodyPr>
        <a:lstStyle/>
        <a:p>
          <a:pPr lvl="0" algn="ctr" defTabSz="1244600">
            <a:lnSpc>
              <a:spcPct val="90000"/>
            </a:lnSpc>
            <a:spcBef>
              <a:spcPct val="0"/>
            </a:spcBef>
            <a:spcAft>
              <a:spcPct val="35000"/>
            </a:spcAft>
          </a:pPr>
          <a:r>
            <a:rPr lang="en-US" sz="2800" kern="1200" dirty="0" smtClean="0"/>
            <a:t>Onboarding</a:t>
          </a:r>
          <a:endParaRPr lang="en-US" sz="2800" kern="1200" dirty="0"/>
        </a:p>
      </dsp:txBody>
      <dsp:txXfrm>
        <a:off x="805665" y="2322410"/>
        <a:ext cx="2378568" cy="1051728"/>
      </dsp:txXfrm>
    </dsp:sp>
    <dsp:sp modelId="{05E619FB-51B7-4EAD-8960-6B2C2A869311}">
      <dsp:nvSpPr>
        <dsp:cNvPr id="0" name=""/>
        <dsp:cNvSpPr/>
      </dsp:nvSpPr>
      <dsp:spPr>
        <a:xfrm>
          <a:off x="3306998" y="2010396"/>
          <a:ext cx="2894223" cy="1117170"/>
        </a:xfrm>
        <a:prstGeom prst="chevron">
          <a:avLst>
            <a:gd name="adj" fmla="val 4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CE9E220D-CF4E-4EDE-9B4A-BB1A9D1B66A9}">
      <dsp:nvSpPr>
        <dsp:cNvPr id="0" name=""/>
        <dsp:cNvSpPr/>
      </dsp:nvSpPr>
      <dsp:spPr>
        <a:xfrm>
          <a:off x="4078791" y="2289689"/>
          <a:ext cx="2444010" cy="1117170"/>
        </a:xfrm>
        <a:prstGeom prst="roundRect">
          <a:avLst>
            <a:gd name="adj" fmla="val 10000"/>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99136" tIns="199136" rIns="199136" bIns="199136" numCol="1" spcCol="1270" anchor="ctr" anchorCtr="0">
          <a:noAutofit/>
        </a:bodyPr>
        <a:lstStyle/>
        <a:p>
          <a:pPr lvl="0" algn="ctr" defTabSz="1244600">
            <a:lnSpc>
              <a:spcPct val="90000"/>
            </a:lnSpc>
            <a:spcBef>
              <a:spcPct val="0"/>
            </a:spcBef>
            <a:spcAft>
              <a:spcPct val="35000"/>
            </a:spcAft>
          </a:pPr>
          <a:r>
            <a:rPr lang="en-US" sz="2800" kern="1200" dirty="0" smtClean="0"/>
            <a:t>UAT</a:t>
          </a:r>
          <a:endParaRPr lang="en-US" sz="2800" kern="1200" dirty="0"/>
        </a:p>
      </dsp:txBody>
      <dsp:txXfrm>
        <a:off x="4111512" y="2322410"/>
        <a:ext cx="2378568" cy="1051728"/>
      </dsp:txXfrm>
    </dsp:sp>
    <dsp:sp modelId="{E88C0FCD-ACEA-461D-94FE-D1B56C86F1A6}">
      <dsp:nvSpPr>
        <dsp:cNvPr id="0" name=""/>
        <dsp:cNvSpPr/>
      </dsp:nvSpPr>
      <dsp:spPr>
        <a:xfrm>
          <a:off x="6612844" y="2010396"/>
          <a:ext cx="2894223" cy="1117170"/>
        </a:xfrm>
        <a:prstGeom prst="chevron">
          <a:avLst>
            <a:gd name="adj" fmla="val 4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47FF53CC-4D32-44F2-A138-4E1D0BBBC2A6}">
      <dsp:nvSpPr>
        <dsp:cNvPr id="0" name=""/>
        <dsp:cNvSpPr/>
      </dsp:nvSpPr>
      <dsp:spPr>
        <a:xfrm>
          <a:off x="7384637" y="2289689"/>
          <a:ext cx="2444010" cy="1117170"/>
        </a:xfrm>
        <a:prstGeom prst="roundRect">
          <a:avLst>
            <a:gd name="adj" fmla="val 10000"/>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99136" tIns="199136" rIns="199136" bIns="199136" numCol="1" spcCol="1270" anchor="ctr" anchorCtr="0">
          <a:noAutofit/>
        </a:bodyPr>
        <a:lstStyle/>
        <a:p>
          <a:pPr lvl="0" algn="ctr" defTabSz="1244600">
            <a:lnSpc>
              <a:spcPct val="90000"/>
            </a:lnSpc>
            <a:spcBef>
              <a:spcPct val="0"/>
            </a:spcBef>
            <a:spcAft>
              <a:spcPct val="35000"/>
            </a:spcAft>
          </a:pPr>
          <a:r>
            <a:rPr lang="en-US" sz="2800" kern="1200" dirty="0" smtClean="0"/>
            <a:t>Production</a:t>
          </a:r>
          <a:endParaRPr lang="en-US" sz="2800" kern="1200" dirty="0"/>
        </a:p>
      </dsp:txBody>
      <dsp:txXfrm>
        <a:off x="7417358" y="2322410"/>
        <a:ext cx="2378568" cy="1051728"/>
      </dsp:txXfrm>
    </dsp:sp>
  </dsp:spTree>
</dsp:drawing>
</file>

<file path=ppt/diagrams/layout1.xml><?xml version="1.0" encoding="utf-8"?>
<dgm:layoutDef xmlns:dgm="http://schemas.openxmlformats.org/drawingml/2006/diagram" xmlns:a="http://schemas.openxmlformats.org/drawingml/2006/main" uniqueId="urn:microsoft.com/office/officeart/2005/8/layout/chevronAccent+Icon">
  <dgm:title val="Chevron Accent Process"/>
  <dgm:desc val="Use to show sequential steps in a task, process, or workflow, or to emphasize movement or direction. Works best with minimal Level 1 and Level 2 text."/>
  <dgm:catLst>
    <dgm:cat type="process" pri="9500"/>
    <dgm:cat type="officeonline" pri="2000"/>
  </dgm:catLst>
  <dgm:sampData useDef="1">
    <dgm:dataModel>
      <dgm:pt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w" for="ch" forName="composite" refType="w"/>
      <dgm:constr type="primFontSz" for="des" forName="txNode" op="equ" val="65"/>
      <dgm:constr type="w" for="ch" forName="compositeSpace" refType="w" refFor="ch" refForName="composite" fact="0.028"/>
    </dgm:constrLst>
    <dgm:ruleLst/>
    <dgm:forEach name="Name4" axis="ch" ptType="node">
      <dgm:layoutNode name="composite">
        <dgm:alg type="composite"/>
        <dgm:shape xmlns:r="http://schemas.openxmlformats.org/officeDocument/2006/relationships" r:blip="">
          <dgm:adjLst/>
        </dgm:shape>
        <dgm:presOf/>
        <dgm:choose name="Name5">
          <dgm:if name="Name6" func="var" arg="dir" op="equ" val="norm">
            <dgm:constrLst>
              <dgm:constr type="l" for="ch" forName="bgChev"/>
              <dgm:constr type="w" for="ch" forName="bgChev" refType="w" fact="0.9"/>
              <dgm:constr type="t" for="ch" forName="bgChev"/>
              <dgm:constr type="h" for="ch" forName="bgChev" refType="w" refFor="ch" refForName="bgChev" fact="0.386"/>
              <dgm:constr type="l" for="ch" forName="txNode" refType="w" fact="0.24"/>
              <dgm:constr type="w" for="ch" forName="txNode" refType="w" fact="0.76"/>
              <dgm:constr type="t" for="ch" forName="txNode" refType="h" refFor="ch" refForName="bgChev" fact="0.25"/>
              <dgm:constr type="h" for="ch" forName="txNode" refType="h" refFor="ch" refForName="bgChev"/>
            </dgm:constrLst>
          </dgm:if>
          <dgm:else name="Name7">
            <dgm:constrLst>
              <dgm:constr type="l" for="ch" forName="bgChev" refType="w" fact="0.1"/>
              <dgm:constr type="w" for="ch" forName="bgChev" refType="w" fact="0.9"/>
              <dgm:constr type="t" for="ch" forName="bgChev"/>
              <dgm:constr type="h" for="ch" forName="bgChev" refType="w" refFor="ch" refForName="bgChev" fact="0.386"/>
              <dgm:constr type="l" for="ch" forName="txNode"/>
              <dgm:constr type="w" for="ch" forName="txNode" refType="w" fact="0.76"/>
              <dgm:constr type="t" for="ch" forName="txNode" refType="h" refFor="ch" refForName="bgChev" fact="0.25"/>
              <dgm:constr type="h" for="ch" forName="txNode" refType="h" refFor="ch" refForName="bgChev"/>
            </dgm:constrLst>
          </dgm:else>
        </dgm:choose>
        <dgm:ruleLst/>
        <dgm:layoutNode name="bgChev" styleLbl="node1">
          <dgm:alg type="sp"/>
          <dgm:choose name="Name8">
            <dgm:if name="Name9" func="var" arg="dir" op="equ" val="norm">
              <dgm:shape xmlns:r="http://schemas.openxmlformats.org/officeDocument/2006/relationships" type="chevron" r:blip="">
                <dgm:adjLst>
                  <dgm:adj idx="1" val="0.4"/>
                </dgm:adjLst>
              </dgm:shape>
            </dgm:if>
            <dgm:else name="Name10">
              <dgm:shape xmlns:r="http://schemas.openxmlformats.org/officeDocument/2006/relationships" rot="180" type="chevron" r:blip="">
                <dgm:adjLst>
                  <dgm:adj idx="1" val="0.4"/>
                </dgm:adjLst>
              </dgm:shape>
            </dgm:else>
          </dgm:choose>
          <dgm:presOf/>
          <dgm:constrLst/>
        </dgm:layoutNode>
        <dgm:layoutNode name="txNode" styleLbl="fgAcc1">
          <dgm:varLst>
            <dgm:bulletEnabled val="1"/>
          </dgm:varLst>
          <dgm:alg type="tx"/>
          <dgm:shape xmlns:r="http://schemas.openxmlformats.org/officeDocument/2006/relationships" type="roundRect" r:blip="">
            <dgm:adjLst>
              <dgm:adj idx="1" val="0.1"/>
            </dgm:adjLst>
          </dgm:shape>
          <dgm:presOf axis="desOrSelf" ptType="node"/>
          <dgm:ruleLst>
            <dgm:rule type="primFontSz" val="5" fact="NaN" max="NaN"/>
          </dgm:ruleLst>
        </dgm:layoutNode>
      </dgm:layoutNode>
      <dgm:forEach name="Name11" axis="followSib" ptType="sibTrans" cnt="1">
        <dgm:layoutNode name="compositeSpace">
          <dgm:alg type="sp"/>
          <dgm:shape xmlns:r="http://schemas.openxmlformats.org/officeDocument/2006/relationships" r:blip="">
            <dgm:adjLst/>
          </dgm:shape>
          <dgm:presOf axis="sel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Relationships xmlns="http://schemas.openxmlformats.org/package/2006/relationships"><Relationship Id="rId1" Type="http://schemas.openxmlformats.org/officeDocument/2006/relationships/theme" Target="../theme/theme18.xml"/>
</Relationships>
</file>

<file path=ppt/notesMasters/notesMaster1.xml><?xml version="1.0" encoding="utf-8"?>
<p:notes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8" name="PlaceHolder 1"/>
          <p:cNvSpPr>
            <a:spLocks noGrp="1"/>
          </p:cNvSpPr>
          <p:nvPr>
            <p:ph type="sldImg"/>
          </p:nvPr>
        </p:nvSpPr>
        <p:spPr>
          <a:xfrm>
            <a:off x="216000" y="812520"/>
            <a:ext cx="7127280" cy="4008960"/>
          </a:xfrm>
          <a:prstGeom prst="rect">
            <a:avLst/>
          </a:prstGeom>
          <a:noFill/>
          <a:ln w="0">
            <a:noFill/>
          </a:ln>
        </p:spPr>
        <p:txBody>
          <a:bodyPr lIns="0" rIns="0" tIns="0" bIns="0" anchor="ctr">
            <a:noAutofit/>
          </a:bodyPr>
          <a:p>
            <a:r>
              <a:rPr b="0" lang="en-US" sz="1900" spc="-1" strike="noStrike">
                <a:solidFill>
                  <a:schemeClr val="dk1"/>
                </a:solidFill>
                <a:latin typeface="Zurich BT"/>
              </a:rPr>
              <a:t>Click to move the slide</a:t>
            </a:r>
            <a:endParaRPr b="0" lang="en-US" sz="1900" spc="-1" strike="noStrike">
              <a:solidFill>
                <a:schemeClr val="dk1"/>
              </a:solidFill>
              <a:latin typeface="Zurich BT"/>
            </a:endParaRPr>
          </a:p>
        </p:txBody>
      </p:sp>
      <p:sp>
        <p:nvSpPr>
          <p:cNvPr id="109" name="PlaceHolder 2"/>
          <p:cNvSpPr>
            <a:spLocks noGrp="1"/>
          </p:cNvSpPr>
          <p:nvPr>
            <p:ph type="body"/>
          </p:nvPr>
        </p:nvSpPr>
        <p:spPr>
          <a:xfrm>
            <a:off x="756000" y="5078520"/>
            <a:ext cx="6047640" cy="4811040"/>
          </a:xfrm>
          <a:prstGeom prst="rect">
            <a:avLst/>
          </a:prstGeom>
          <a:noFill/>
          <a:ln w="0">
            <a:noFill/>
          </a:ln>
        </p:spPr>
        <p:txBody>
          <a:bodyPr lIns="0" rIns="0" tIns="0" bIns="0" anchor="t">
            <a:noAutofit/>
          </a:bodyPr>
          <a:p>
            <a:pPr marL="216000" indent="-216000">
              <a:buNone/>
            </a:pPr>
            <a:r>
              <a:rPr b="0" lang="en-IN" sz="2000" spc="-1" strike="noStrike">
                <a:solidFill>
                  <a:srgbClr val="000000"/>
                </a:solidFill>
                <a:latin typeface="Arial"/>
              </a:rPr>
              <a:t>Click to edit the notes format</a:t>
            </a:r>
            <a:endParaRPr b="0" lang="en-IN" sz="2000" spc="-1" strike="noStrike">
              <a:solidFill>
                <a:srgbClr val="000000"/>
              </a:solidFill>
              <a:latin typeface="Arial"/>
            </a:endParaRPr>
          </a:p>
        </p:txBody>
      </p:sp>
      <p:sp>
        <p:nvSpPr>
          <p:cNvPr id="110" name="PlaceHolder 3"/>
          <p:cNvSpPr>
            <a:spLocks noGrp="1"/>
          </p:cNvSpPr>
          <p:nvPr>
            <p:ph type="hdr"/>
          </p:nvPr>
        </p:nvSpPr>
        <p:spPr>
          <a:xfrm>
            <a:off x="0" y="0"/>
            <a:ext cx="3280680" cy="534240"/>
          </a:xfrm>
          <a:prstGeom prst="rect">
            <a:avLst/>
          </a:prstGeom>
          <a:noFill/>
          <a:ln w="0">
            <a:noFill/>
          </a:ln>
        </p:spPr>
        <p:txBody>
          <a:bodyPr lIns="0" rIns="0" tIns="0" bIns="0" anchor="t">
            <a:noAutofit/>
          </a:bodyPr>
          <a:p>
            <a:pPr indent="0">
              <a:buNone/>
            </a:pPr>
            <a:r>
              <a:rPr b="0" lang="en-IN" sz="1400" spc="-1" strike="noStrike">
                <a:solidFill>
                  <a:srgbClr val="000000"/>
                </a:solidFill>
                <a:latin typeface="Times New Roman"/>
              </a:rPr>
              <a:t>&lt;header&gt;</a:t>
            </a:r>
            <a:endParaRPr b="0" lang="en-IN" sz="1400" spc="-1" strike="noStrike">
              <a:solidFill>
                <a:srgbClr val="000000"/>
              </a:solidFill>
              <a:latin typeface="Times New Roman"/>
            </a:endParaRPr>
          </a:p>
        </p:txBody>
      </p:sp>
      <p:sp>
        <p:nvSpPr>
          <p:cNvPr id="111" name="PlaceHolder 4"/>
          <p:cNvSpPr>
            <a:spLocks noGrp="1"/>
          </p:cNvSpPr>
          <p:nvPr>
            <p:ph type="dt" idx="28"/>
          </p:nvPr>
        </p:nvSpPr>
        <p:spPr>
          <a:xfrm>
            <a:off x="4278960" y="0"/>
            <a:ext cx="3280680" cy="534240"/>
          </a:xfrm>
          <a:prstGeom prst="rect">
            <a:avLst/>
          </a:prstGeom>
          <a:noFill/>
          <a:ln w="0">
            <a:noFill/>
          </a:ln>
        </p:spPr>
        <p:txBody>
          <a:bodyPr lIns="0" rIns="0" tIns="0" bIns="0" anchor="t">
            <a:noAutofit/>
          </a:bodyPr>
          <a:lstStyle>
            <a:lvl1pPr indent="0" algn="r">
              <a:buNone/>
              <a:defRPr b="0" lang="en-IN" sz="1400" spc="-1" strike="noStrike">
                <a:solidFill>
                  <a:srgbClr val="000000"/>
                </a:solidFill>
                <a:latin typeface="Times New Roman"/>
              </a:defRPr>
            </a:lvl1pPr>
          </a:lstStyle>
          <a:p>
            <a:pPr indent="0" algn="r">
              <a:buNone/>
            </a:pPr>
            <a:r>
              <a:rPr b="0" lang="en-IN" sz="1400" spc="-1" strike="noStrike">
                <a:solidFill>
                  <a:srgbClr val="000000"/>
                </a:solidFill>
                <a:latin typeface="Times New Roman"/>
              </a:rPr>
              <a:t>&lt;date/time&gt;</a:t>
            </a:r>
            <a:endParaRPr b="0" lang="en-IN" sz="1400" spc="-1" strike="noStrike">
              <a:solidFill>
                <a:srgbClr val="000000"/>
              </a:solidFill>
              <a:latin typeface="Times New Roman"/>
            </a:endParaRPr>
          </a:p>
        </p:txBody>
      </p:sp>
      <p:sp>
        <p:nvSpPr>
          <p:cNvPr id="112" name="PlaceHolder 5"/>
          <p:cNvSpPr>
            <a:spLocks noGrp="1"/>
          </p:cNvSpPr>
          <p:nvPr>
            <p:ph type="ftr" idx="29"/>
          </p:nvPr>
        </p:nvSpPr>
        <p:spPr>
          <a:xfrm>
            <a:off x="0" y="10157400"/>
            <a:ext cx="3280680" cy="534240"/>
          </a:xfrm>
          <a:prstGeom prst="rect">
            <a:avLst/>
          </a:prstGeom>
          <a:noFill/>
          <a:ln w="0">
            <a:noFill/>
          </a:ln>
        </p:spPr>
        <p:txBody>
          <a:bodyPr lIns="0" rIns="0" tIns="0" bIns="0" anchor="b">
            <a:noAutofit/>
          </a:bodyPr>
          <a:lstStyle>
            <a:lvl1pPr indent="0">
              <a:buNone/>
              <a:defRPr b="0" lang="en-IN" sz="1400" spc="-1" strike="noStrike">
                <a:solidFill>
                  <a:srgbClr val="000000"/>
                </a:solidFill>
                <a:latin typeface="Times New Roman"/>
              </a:defRPr>
            </a:lvl1pPr>
          </a:lstStyle>
          <a:p>
            <a:pPr indent="0">
              <a:buNone/>
            </a:pPr>
            <a:r>
              <a:rPr b="0" lang="en-IN" sz="1400" spc="-1" strike="noStrike">
                <a:solidFill>
                  <a:srgbClr val="000000"/>
                </a:solidFill>
                <a:latin typeface="Times New Roman"/>
              </a:rPr>
              <a:t>&lt;footer&gt;</a:t>
            </a:r>
            <a:endParaRPr b="0" lang="en-IN" sz="1400" spc="-1" strike="noStrike">
              <a:solidFill>
                <a:srgbClr val="000000"/>
              </a:solidFill>
              <a:latin typeface="Times New Roman"/>
            </a:endParaRPr>
          </a:p>
        </p:txBody>
      </p:sp>
      <p:sp>
        <p:nvSpPr>
          <p:cNvPr id="113" name="PlaceHolder 6"/>
          <p:cNvSpPr>
            <a:spLocks noGrp="1"/>
          </p:cNvSpPr>
          <p:nvPr>
            <p:ph type="sldNum" idx="30"/>
          </p:nvPr>
        </p:nvSpPr>
        <p:spPr>
          <a:xfrm>
            <a:off x="4278960" y="10157400"/>
            <a:ext cx="3280680" cy="534240"/>
          </a:xfrm>
          <a:prstGeom prst="rect">
            <a:avLst/>
          </a:prstGeom>
          <a:noFill/>
          <a:ln w="0">
            <a:noFill/>
          </a:ln>
        </p:spPr>
        <p:txBody>
          <a:bodyPr lIns="0" rIns="0" tIns="0" bIns="0" anchor="b">
            <a:noAutofit/>
          </a:bodyPr>
          <a:lstStyle>
            <a:lvl1pPr indent="0" algn="r">
              <a:buNone/>
              <a:defRPr b="0" lang="en-IN" sz="1400" spc="-1" strike="noStrike">
                <a:solidFill>
                  <a:srgbClr val="000000"/>
                </a:solidFill>
                <a:latin typeface="Times New Roman"/>
              </a:defRPr>
            </a:lvl1pPr>
          </a:lstStyle>
          <a:p>
            <a:pPr indent="0" algn="r">
              <a:buNone/>
            </a:pPr>
            <a:fld id="{B5491C3D-5809-4983-91A1-5A17D6324871}" type="slidenum">
              <a:rPr b="0" lang="en-IN" sz="1400" spc="-1" strike="noStrike">
                <a:solidFill>
                  <a:srgbClr val="000000"/>
                </a:solidFill>
                <a:latin typeface="Times New Roman"/>
              </a:rPr>
              <a:t>&lt;number&gt;</a:t>
            </a:fld>
            <a:endParaRPr b="0" lang="en-IN"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notesMaster>
</file>

<file path=ppt/notesSlides/_rels/notesSlide1.xml.rels><?xml version="1.0" encoding="UTF-8"?>
<Relationships xmlns="http://schemas.openxmlformats.org/package/2006/relationships"><Relationship Id="rId1" Type="http://schemas.openxmlformats.org/officeDocument/2006/relationships/slide" Target="../slides/slide1.xml"/><Relationship Id="rId2" Type="http://schemas.openxmlformats.org/officeDocument/2006/relationships/notesMaster" Target="../notesMasters/notesMaster1.xml"/>
</Relationships>
</file>

<file path=ppt/notesSlides/notesSlide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53" name="PlaceHolder 1"/>
          <p:cNvSpPr>
            <a:spLocks noGrp="1"/>
          </p:cNvSpPr>
          <p:nvPr>
            <p:ph type="sldImg"/>
          </p:nvPr>
        </p:nvSpPr>
        <p:spPr>
          <a:xfrm>
            <a:off x="685800" y="1143000"/>
            <a:ext cx="5486040" cy="3085920"/>
          </a:xfrm>
          <a:prstGeom prst="rect">
            <a:avLst/>
          </a:prstGeom>
          <a:ln w="0">
            <a:noFill/>
          </a:ln>
        </p:spPr>
      </p:sp>
      <p:sp>
        <p:nvSpPr>
          <p:cNvPr id="354"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marL="216000" indent="-216000">
              <a:buNone/>
            </a:pPr>
            <a:endParaRPr b="0" lang="en-IN" sz="1800" spc="-1" strike="noStrike">
              <a:solidFill>
                <a:srgbClr val="000000"/>
              </a:solidFill>
              <a:latin typeface="Arial"/>
            </a:endParaRPr>
          </a:p>
        </p:txBody>
      </p:sp>
      <p:sp>
        <p:nvSpPr>
          <p:cNvPr id="355" name="PlaceHolder 3"/>
          <p:cNvSpPr>
            <a:spLocks noGrp="1"/>
          </p:cNvSpPr>
          <p:nvPr>
            <p:ph type="sldNum" idx="44"/>
          </p:nvPr>
        </p:nvSpPr>
        <p:spPr>
          <a:xfrm>
            <a:off x="3884760" y="8685360"/>
            <a:ext cx="2971440" cy="458280"/>
          </a:xfrm>
          <a:prstGeom prst="rect">
            <a:avLst/>
          </a:prstGeom>
          <a:noFill/>
          <a:ln w="0">
            <a:noFill/>
          </a:ln>
        </p:spPr>
        <p:txBody>
          <a:bodyPr lIns="91440" rIns="91440" tIns="45720" bIns="45720" anchor="b">
            <a:noAutofit/>
          </a:bodyPr>
          <a:lstStyle>
            <a:lvl1pPr indent="0" algn="r">
              <a:lnSpc>
                <a:spcPct val="100000"/>
              </a:lnSpc>
              <a:buNone/>
              <a:defRPr b="0" lang="en-US" sz="1200" spc="-1" strike="noStrike">
                <a:solidFill>
                  <a:srgbClr val="000000"/>
                </a:solidFill>
                <a:latin typeface="Times New Roman"/>
              </a:defRPr>
            </a:lvl1pPr>
          </a:lstStyle>
          <a:p>
            <a:pPr indent="0" algn="r">
              <a:lnSpc>
                <a:spcPct val="100000"/>
              </a:lnSpc>
              <a:buNone/>
            </a:pPr>
            <a:fld id="{392E2F76-A075-41F9-A469-E5911DCA37D6}" type="slidenum">
              <a:rPr b="0" lang="en-US" sz="1200" spc="-1" strike="noStrike">
                <a:solidFill>
                  <a:srgbClr val="000000"/>
                </a:solidFill>
                <a:latin typeface="Times New Roman"/>
              </a:rPr>
              <a:t>&lt;number&gt;</a:t>
            </a:fld>
            <a:endParaRPr b="0" lang="en-IN" sz="1200" spc="-1" strike="noStrike">
              <a:solidFill>
                <a:srgbClr val="000000"/>
              </a:solidFill>
              <a:latin typeface="Times New Roman"/>
            </a:endParaRPr>
          </a:p>
        </p:txBody>
      </p:sp>
    </p:spTree>
  </p:cSld>
</p:note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5.xml"/>
</Relationships>
</file>

<file path=ppt/slideLayouts/_rels/slideLayout6.xml.rels><?xml version="1.0" encoding="UTF-8"?>
<Relationships xmlns="http://schemas.openxmlformats.org/package/2006/relationships"><Relationship Id="rId1" Type="http://schemas.openxmlformats.org/officeDocument/2006/relationships/slideMaster" Target="../slideMasters/slideMaster6.xml"/>
</Relationships>
</file>

<file path=ppt/slideLayouts/_rels/slideLayout7.xml.rels><?xml version="1.0" encoding="UTF-8"?>
<Relationships xmlns="http://schemas.openxmlformats.org/package/2006/relationships"><Relationship Id="rId1" Type="http://schemas.openxmlformats.org/officeDocument/2006/relationships/slideMaster" Target="../slideMasters/slideMaster7.xml"/>
</Relationships>
</file>

<file path=ppt/slideLayouts/_rels/slideLayout8.xml.rels><?xml version="1.0" encoding="UTF-8"?>
<Relationships xmlns="http://schemas.openxmlformats.org/package/2006/relationships"><Relationship Id="rId1" Type="http://schemas.openxmlformats.org/officeDocument/2006/relationships/slideMaster" Target="../slideMasters/slideMaster8.xml"/>
</Relationships>
</file>

<file path=ppt/slideLayouts/_rels/slideLayout9.xml.rels><?xml version="1.0" encoding="UTF-8"?>
<Relationships xmlns="http://schemas.openxmlformats.org/package/2006/relationships"><Relationship Id="rId1" Type="http://schemas.openxmlformats.org/officeDocument/2006/relationships/slideMaster" Target="../slideMasters/slideMaster9.xml"/>
</Relationships>
</file>

<file path=ppt/slideLayouts/_rels/slideLayout10.xml.rels><?xml version="1.0" encoding="UTF-8"?>
<Relationships xmlns="http://schemas.openxmlformats.org/package/2006/relationships"><Relationship Id="rId1" Type="http://schemas.openxmlformats.org/officeDocument/2006/relationships/slideMaster" Target="../slideMasters/slideMaster10.xml"/>
</Relationships>
</file>

<file path=ppt/slideLayouts/_rels/slideLayout11.xml.rels><?xml version="1.0" encoding="UTF-8"?>
<Relationships xmlns="http://schemas.openxmlformats.org/package/2006/relationships"><Relationship Id="rId1" Type="http://schemas.openxmlformats.org/officeDocument/2006/relationships/slideMaster" Target="../slideMasters/slideMaster11.xml"/>
</Relationships>
</file>

<file path=ppt/slideLayouts/_rels/slideLayout12.xml.rels><?xml version="1.0" encoding="UTF-8"?>
<Relationships xmlns="http://schemas.openxmlformats.org/package/2006/relationships"><Relationship Id="rId1" Type="http://schemas.openxmlformats.org/officeDocument/2006/relationships/slideMaster" Target="../slideMasters/slideMaster12.xml"/>
</Relationships>
</file>

<file path=ppt/slideLayouts/_rels/slideLayout13.xml.rels><?xml version="1.0" encoding="UTF-8"?>
<Relationships xmlns="http://schemas.openxmlformats.org/package/2006/relationships"><Relationship Id="rId1" Type="http://schemas.openxmlformats.org/officeDocument/2006/relationships/slideMaster" Target="../slideMasters/slideMaster13.xml"/>
</Relationships>
</file>

<file path=ppt/slideLayouts/_rels/slideLayout14.xml.rels><?xml version="1.0" encoding="UTF-8"?>
<Relationships xmlns="http://schemas.openxmlformats.org/package/2006/relationships"><Relationship Id="rId1" Type="http://schemas.openxmlformats.org/officeDocument/2006/relationships/slideMaster" Target="../slideMasters/slideMaster14.xml"/>
</Relationships>
</file>

<file path=ppt/slideLayouts/_rels/slideLayout15.xml.rels><?xml version="1.0" encoding="UTF-8"?>
<Relationships xmlns="http://schemas.openxmlformats.org/package/2006/relationships"><Relationship Id="rId1" Type="http://schemas.openxmlformats.org/officeDocument/2006/relationships/slideMaster" Target="../slideMasters/slideMaster15.xml"/>
</Relationships>
</file>

<file path=ppt/slideLayouts/_rels/slideLayout16.xml.rels><?xml version="1.0" encoding="UTF-8"?>
<Relationships xmlns="http://schemas.openxmlformats.org/package/2006/relationships"><Relationship Id="rId1" Type="http://schemas.openxmlformats.org/officeDocument/2006/relationships/slideMaster" Target="../slideMasters/slideMaster16.xml"/>
</Relationships>
</file>

<file path=ppt/slideLayouts/_rels/slideLayout17.xml.rels><?xml version="1.0" encoding="UTF-8"?>
<Relationships xmlns="http://schemas.openxmlformats.org/package/2006/relationships"><Relationship Id="rId1" Type="http://schemas.openxmlformats.org/officeDocument/2006/relationships/slideMaster" Target="../slideMasters/slideMaster17.xml"/>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 Slide">
    <p:spTree>
      <p:nvGrpSpPr>
        <p:cNvPr id="1" name=""/>
        <p:cNvGrpSpPr/>
        <p:nvPr/>
      </p:nvGrpSpPr>
      <p:grpSpPr>
        <a:xfrm>
          <a:off x="0" y="0"/>
          <a:ext cx="0" cy="0"/>
          <a:chOff x="0" y="0"/>
          <a:chExt cx="0" cy="0"/>
        </a:xfrm>
      </p:grpSpPr>
    </p:spTree>
  </p:cSld>
</p:sldLayout>
</file>

<file path=ppt/slideLayouts/slideLayout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hank You Slide">
    <p:spTree>
      <p:nvGrpSpPr>
        <p:cNvPr id="1" name=""/>
        <p:cNvGrpSpPr/>
        <p:nvPr/>
      </p:nvGrpSpPr>
      <p:grpSpPr>
        <a:xfrm>
          <a:off x="0" y="0"/>
          <a:ext cx="0" cy="0"/>
          <a:chOff x="0" y="0"/>
          <a:chExt cx="0" cy="0"/>
        </a:xfrm>
      </p:grpSpPr>
    </p:spTree>
  </p:cSld>
</p:sldLayout>
</file>

<file path=ppt/slideLayouts/slideLayout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Full Text Slide">
    <p:spTree>
      <p:nvGrpSpPr>
        <p:cNvPr id="1" name=""/>
        <p:cNvGrpSpPr/>
        <p:nvPr/>
      </p:nvGrpSpPr>
      <p:grpSpPr>
        <a:xfrm>
          <a:off x="0" y="0"/>
          <a:ext cx="0" cy="0"/>
          <a:chOff x="0" y="0"/>
          <a:chExt cx="0" cy="0"/>
        </a:xfrm>
      </p:grpSpPr>
      <p:sp>
        <p:nvSpPr>
          <p:cNvPr id="2" name="PlaceHolder 1"/>
          <p:cNvSpPr>
            <a:spLocks noGrp="1"/>
          </p:cNvSpPr>
          <p:nvPr>
            <p:ph type="ftr" idx="1"/>
          </p:nvPr>
        </p:nvSpPr>
        <p:spPr/>
        <p:txBody>
          <a:bodyPr/>
          <a:p>
            <a:r>
              <a:t>Footer</a:t>
            </a:r>
          </a:p>
        </p:txBody>
      </p:sp>
      <p:sp>
        <p:nvSpPr>
          <p:cNvPr id="3" name="PlaceHolder 2"/>
          <p:cNvSpPr>
            <a:spLocks noGrp="1"/>
          </p:cNvSpPr>
          <p:nvPr>
            <p:ph type="sldNum" idx="2"/>
          </p:nvPr>
        </p:nvSpPr>
        <p:spPr/>
        <p:txBody>
          <a:bodyPr/>
          <a:p>
            <a:fld id="{EE7F4AA9-CCD1-4FBA-B431-34C770CFDAA0}" type="slidenum">
              <a:t>&lt;#&gt;</a:t>
            </a:fld>
          </a:p>
        </p:txBody>
      </p:sp>
    </p:spTree>
  </p:cSld>
</p:sldLayout>
</file>

<file path=ppt/slideLayouts/slideLayout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p:spTree>
      <p:nvGrpSpPr>
        <p:cNvPr id="1" name=""/>
        <p:cNvGrpSpPr/>
        <p:nvPr/>
      </p:nvGrpSpPr>
      <p:grpSpPr>
        <a:xfrm>
          <a:off x="0" y="0"/>
          <a:ext cx="0" cy="0"/>
          <a:chOff x="0" y="0"/>
          <a:chExt cx="0" cy="0"/>
        </a:xfrm>
      </p:grpSpPr>
      <p:sp>
        <p:nvSpPr>
          <p:cNvPr id="2" name="PlaceHolder 1"/>
          <p:cNvSpPr>
            <a:spLocks noGrp="1"/>
          </p:cNvSpPr>
          <p:nvPr>
            <p:ph type="sldNum" idx="3"/>
          </p:nvPr>
        </p:nvSpPr>
        <p:spPr/>
        <p:txBody>
          <a:bodyPr/>
          <a:p>
            <a:fld id="{13A4031A-D86A-4926-BF4F-EBCEC66A3DF4}" type="slidenum">
              <a:t>&lt;#&gt;</a:t>
            </a:fld>
          </a:p>
        </p:txBody>
      </p:sp>
    </p:spTree>
  </p:cSld>
</p:sldLayout>
</file>

<file path=ppt/slideLayouts/slideLayout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and Content">
    <p:spTree>
      <p:nvGrpSpPr>
        <p:cNvPr id="1" name=""/>
        <p:cNvGrpSpPr/>
        <p:nvPr/>
      </p:nvGrpSpPr>
      <p:grpSpPr>
        <a:xfrm>
          <a:off x="0" y="0"/>
          <a:ext cx="0" cy="0"/>
          <a:chOff x="0" y="0"/>
          <a:chExt cx="0" cy="0"/>
        </a:xfrm>
      </p:grpSpPr>
      <p:sp>
        <p:nvSpPr>
          <p:cNvPr id="27" name="PlaceHolder 1"/>
          <p:cNvSpPr>
            <a:spLocks noGrp="1"/>
          </p:cNvSpPr>
          <p:nvPr>
            <p:ph type="title"/>
          </p:nvPr>
        </p:nvSpPr>
        <p:spPr>
          <a:xfrm>
            <a:off x="609120" y="273600"/>
            <a:ext cx="10969560" cy="1144800"/>
          </a:xfrm>
          <a:prstGeom prst="rect">
            <a:avLst/>
          </a:prstGeom>
          <a:noFill/>
          <a:ln w="0">
            <a:noFill/>
          </a:ln>
        </p:spPr>
        <p:txBody>
          <a:bodyPr lIns="0" rIns="0" tIns="0" bIns="0" anchor="ctr">
            <a:noAutofit/>
          </a:bodyPr>
          <a:p>
            <a:pPr indent="0">
              <a:buNone/>
            </a:pPr>
            <a:endParaRPr b="0" lang="en-US" sz="1900" spc="-1" strike="noStrike">
              <a:solidFill>
                <a:schemeClr val="dk1"/>
              </a:solidFill>
              <a:latin typeface="Zurich BT"/>
            </a:endParaRPr>
          </a:p>
        </p:txBody>
      </p:sp>
      <p:sp>
        <p:nvSpPr>
          <p:cNvPr id="28" name="PlaceHolder 2"/>
          <p:cNvSpPr>
            <a:spLocks noGrp="1"/>
          </p:cNvSpPr>
          <p:nvPr>
            <p:ph/>
          </p:nvPr>
        </p:nvSpPr>
        <p:spPr>
          <a:xfrm>
            <a:off x="5504760" y="3315960"/>
            <a:ext cx="5765400" cy="1250640"/>
          </a:xfrm>
          <a:prstGeom prst="rect">
            <a:avLst/>
          </a:prstGeom>
          <a:noFill/>
          <a:ln w="0">
            <a:noFill/>
          </a:ln>
        </p:spPr>
        <p:txBody>
          <a:bodyPr lIns="0" rIns="0" tIns="0" bIns="0" anchor="t">
            <a:normAutofit/>
          </a:bodyPr>
          <a:p>
            <a:pPr indent="0">
              <a:spcBef>
                <a:spcPts val="1417"/>
              </a:spcBef>
              <a:buNone/>
            </a:pPr>
            <a:endParaRPr b="0" lang="en-US" sz="3200" spc="-1" strike="noStrike">
              <a:solidFill>
                <a:schemeClr val="dk1"/>
              </a:solidFill>
              <a:latin typeface="Zurich BT"/>
            </a:endParaRPr>
          </a:p>
        </p:txBody>
      </p:sp>
      <p:sp>
        <p:nvSpPr>
          <p:cNvPr id="4" name="PlaceHolder 3"/>
          <p:cNvSpPr>
            <a:spLocks noGrp="1"/>
          </p:cNvSpPr>
          <p:nvPr>
            <p:ph type="ftr" idx="5"/>
          </p:nvPr>
        </p:nvSpPr>
        <p:spPr/>
        <p:txBody>
          <a:bodyPr/>
          <a:p>
            <a:r>
              <a:t>Footer</a:t>
            </a:r>
          </a:p>
        </p:txBody>
      </p:sp>
      <p:sp>
        <p:nvSpPr>
          <p:cNvPr id="5" name="PlaceHolder 4"/>
          <p:cNvSpPr>
            <a:spLocks noGrp="1"/>
          </p:cNvSpPr>
          <p:nvPr>
            <p:ph type="sldNum" idx="6"/>
          </p:nvPr>
        </p:nvSpPr>
        <p:spPr/>
        <p:txBody>
          <a:bodyPr/>
          <a:p>
            <a:fld id="{1BD805DB-A5CE-4A81-A1A0-15D8D40940B6}" type="slidenum">
              <a:t>&lt;#&gt;</a:t>
            </a:fld>
          </a:p>
        </p:txBody>
      </p:sp>
      <p:sp>
        <p:nvSpPr>
          <p:cNvPr id="6" name="PlaceHolder 5"/>
          <p:cNvSpPr>
            <a:spLocks noGrp="1"/>
          </p:cNvSpPr>
          <p:nvPr>
            <p:ph type="dt" idx="4"/>
          </p:nvPr>
        </p:nvSpPr>
        <p:spPr/>
        <p:txBody>
          <a:bodyPr/>
          <a:p>
            <a:r>
              <a:rPr lang="en-IN"/>
              <a:t/>
            </a:r>
          </a:p>
        </p:txBody>
      </p:sp>
    </p:spTree>
  </p:cSld>
</p:sldLayout>
</file>

<file path=ppt/slideLayouts/slideLayout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 preserve="1">
  <p:cSld name="1_Title Slide">
    <p:spTree>
      <p:nvGrpSpPr>
        <p:cNvPr id="1" name=""/>
        <p:cNvGrpSpPr/>
        <p:nvPr/>
      </p:nvGrpSpPr>
      <p:grpSpPr>
        <a:xfrm>
          <a:off x="0" y="0"/>
          <a:ext cx="0" cy="0"/>
          <a:chOff x="0" y="0"/>
          <a:chExt cx="0" cy="0"/>
        </a:xfrm>
      </p:grpSpPr>
      <p:sp>
        <p:nvSpPr>
          <p:cNvPr id="35" name="PlaceHolder 1"/>
          <p:cNvSpPr>
            <a:spLocks noGrp="1"/>
          </p:cNvSpPr>
          <p:nvPr>
            <p:ph type="title"/>
          </p:nvPr>
        </p:nvSpPr>
        <p:spPr>
          <a:xfrm>
            <a:off x="609120" y="273600"/>
            <a:ext cx="10969560" cy="1144800"/>
          </a:xfrm>
          <a:prstGeom prst="rect">
            <a:avLst/>
          </a:prstGeom>
          <a:noFill/>
          <a:ln w="0">
            <a:noFill/>
          </a:ln>
        </p:spPr>
        <p:txBody>
          <a:bodyPr lIns="0" rIns="0" tIns="0" bIns="0" anchor="ctr">
            <a:noAutofit/>
          </a:bodyPr>
          <a:p>
            <a:pPr indent="0">
              <a:buNone/>
            </a:pPr>
            <a:endParaRPr b="0" lang="en-US" sz="1900" spc="-1" strike="noStrike">
              <a:solidFill>
                <a:schemeClr val="dk1"/>
              </a:solidFill>
              <a:latin typeface="Zurich BT"/>
            </a:endParaRPr>
          </a:p>
        </p:txBody>
      </p:sp>
      <p:sp>
        <p:nvSpPr>
          <p:cNvPr id="36" name="PlaceHolder 2"/>
          <p:cNvSpPr>
            <a:spLocks noGrp="1"/>
          </p:cNvSpPr>
          <p:nvPr>
            <p:ph type="subTitle"/>
          </p:nvPr>
        </p:nvSpPr>
        <p:spPr>
          <a:xfrm>
            <a:off x="5504760" y="3315960"/>
            <a:ext cx="5765400" cy="1250640"/>
          </a:xfrm>
          <a:prstGeom prst="rect">
            <a:avLst/>
          </a:prstGeom>
          <a:noFill/>
          <a:ln w="0">
            <a:noFill/>
          </a:ln>
        </p:spPr>
        <p:txBody>
          <a:bodyPr lIns="0" rIns="0" tIns="0" bIns="0" anchor="ctr">
            <a:noAutofit/>
          </a:bodyPr>
          <a:p>
            <a:pPr indent="0" algn="ctr">
              <a:buNone/>
            </a:pPr>
            <a:endParaRPr b="0" lang="en-IN" sz="3200" spc="-1" strike="noStrike">
              <a:solidFill>
                <a:srgbClr val="000000"/>
              </a:solidFill>
              <a:latin typeface="Arial"/>
            </a:endParaRPr>
          </a:p>
        </p:txBody>
      </p:sp>
      <p:sp>
        <p:nvSpPr>
          <p:cNvPr id="4" name="PlaceHolder 3"/>
          <p:cNvSpPr>
            <a:spLocks noGrp="1"/>
          </p:cNvSpPr>
          <p:nvPr>
            <p:ph type="ftr" idx="8"/>
          </p:nvPr>
        </p:nvSpPr>
        <p:spPr/>
        <p:txBody>
          <a:bodyPr/>
          <a:p>
            <a:r>
              <a:t>Footer</a:t>
            </a:r>
          </a:p>
        </p:txBody>
      </p:sp>
      <p:sp>
        <p:nvSpPr>
          <p:cNvPr id="5" name="PlaceHolder 4"/>
          <p:cNvSpPr>
            <a:spLocks noGrp="1"/>
          </p:cNvSpPr>
          <p:nvPr>
            <p:ph type="sldNum" idx="9"/>
          </p:nvPr>
        </p:nvSpPr>
        <p:spPr/>
        <p:txBody>
          <a:bodyPr/>
          <a:p>
            <a:fld id="{5468E326-6D86-4732-A7BC-DAC7C99F4D05}" type="slidenum">
              <a:t>&lt;#&gt;</a:t>
            </a:fld>
          </a:p>
        </p:txBody>
      </p:sp>
      <p:sp>
        <p:nvSpPr>
          <p:cNvPr id="6" name="PlaceHolder 5"/>
          <p:cNvSpPr>
            <a:spLocks noGrp="1"/>
          </p:cNvSpPr>
          <p:nvPr>
            <p:ph type="dt" idx="7"/>
          </p:nvPr>
        </p:nvSpPr>
        <p:spPr/>
        <p:txBody>
          <a:bodyPr/>
          <a:p>
            <a:r>
              <a:rPr lang="en-IN"/>
              <a:t/>
            </a:r>
          </a:p>
        </p:txBody>
      </p:sp>
    </p:spTree>
  </p:cSld>
</p:sldLayout>
</file>

<file path=ppt/slideLayouts/slideLayout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AGenda_1">
    <p:spTree>
      <p:nvGrpSpPr>
        <p:cNvPr id="1" name=""/>
        <p:cNvGrpSpPr/>
        <p:nvPr/>
      </p:nvGrpSpPr>
      <p:grpSpPr>
        <a:xfrm>
          <a:off x="0" y="0"/>
          <a:ext cx="0" cy="0"/>
          <a:chOff x="0" y="0"/>
          <a:chExt cx="0" cy="0"/>
        </a:xfrm>
      </p:grpSpPr>
    </p:spTree>
  </p:cSld>
</p:sldLayout>
</file>

<file path=ppt/slideLayouts/slideLayout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Default">
    <p:spTree>
      <p:nvGrpSpPr>
        <p:cNvPr id="1" name=""/>
        <p:cNvGrpSpPr/>
        <p:nvPr/>
      </p:nvGrpSpPr>
      <p:grpSpPr>
        <a:xfrm>
          <a:off x="0" y="0"/>
          <a:ext cx="0" cy="0"/>
          <a:chOff x="0" y="0"/>
          <a:chExt cx="0" cy="0"/>
        </a:xfrm>
      </p:grpSpPr>
      <p:sp>
        <p:nvSpPr>
          <p:cNvPr id="2" name="PlaceHolder 1"/>
          <p:cNvSpPr>
            <a:spLocks noGrp="1"/>
          </p:cNvSpPr>
          <p:nvPr>
            <p:ph type="ftr" idx="10"/>
          </p:nvPr>
        </p:nvSpPr>
        <p:spPr/>
        <p:txBody>
          <a:bodyPr/>
          <a:p>
            <a:r>
              <a:t>Footer</a:t>
            </a:r>
          </a:p>
        </p:txBody>
      </p:sp>
      <p:sp>
        <p:nvSpPr>
          <p:cNvPr id="3" name="PlaceHolder 2"/>
          <p:cNvSpPr>
            <a:spLocks noGrp="1"/>
          </p:cNvSpPr>
          <p:nvPr>
            <p:ph type="sldNum" idx="11"/>
          </p:nvPr>
        </p:nvSpPr>
        <p:spPr/>
        <p:txBody>
          <a:bodyPr/>
          <a:p>
            <a:fld id="{42810FCF-A981-4F61-A539-AF32CEF16442}" type="slidenum">
              <a:t>&lt;#&gt;</a:t>
            </a:fld>
          </a:p>
        </p:txBody>
      </p:sp>
    </p:spTree>
  </p:cSld>
</p:sldLayout>
</file>

<file path=ppt/slideLayouts/slideLayout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ext + Image">
    <p:spTree>
      <p:nvGrpSpPr>
        <p:cNvPr id="1" name=""/>
        <p:cNvGrpSpPr/>
        <p:nvPr/>
      </p:nvGrpSpPr>
      <p:grpSpPr>
        <a:xfrm>
          <a:off x="0" y="0"/>
          <a:ext cx="0" cy="0"/>
          <a:chOff x="0" y="0"/>
          <a:chExt cx="0" cy="0"/>
        </a:xfrm>
      </p:grpSpPr>
      <p:sp>
        <p:nvSpPr>
          <p:cNvPr id="2" name="PlaceHolder 1"/>
          <p:cNvSpPr>
            <a:spLocks noGrp="1"/>
          </p:cNvSpPr>
          <p:nvPr>
            <p:ph type="ftr" idx="12"/>
          </p:nvPr>
        </p:nvSpPr>
        <p:spPr/>
        <p:txBody>
          <a:bodyPr/>
          <a:p>
            <a:r>
              <a:t>Footer</a:t>
            </a:r>
          </a:p>
        </p:txBody>
      </p:sp>
      <p:sp>
        <p:nvSpPr>
          <p:cNvPr id="3" name="PlaceHolder 2"/>
          <p:cNvSpPr>
            <a:spLocks noGrp="1"/>
          </p:cNvSpPr>
          <p:nvPr>
            <p:ph type="sldNum" idx="13"/>
          </p:nvPr>
        </p:nvSpPr>
        <p:spPr/>
        <p:txBody>
          <a:bodyPr/>
          <a:p>
            <a:fld id="{938565A9-0D6F-4173-8805-2D0A17E846C2}" type="slidenum">
              <a:t>&lt;#&gt;</a:t>
            </a:fld>
          </a:p>
        </p:txBody>
      </p:sp>
    </p:spTree>
  </p:cSld>
</p:sldLayout>
</file>

<file path=ppt/slideLayouts/slideLayout1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ext + Chart ">
    <p:spTree>
      <p:nvGrpSpPr>
        <p:cNvPr id="1" name=""/>
        <p:cNvGrpSpPr/>
        <p:nvPr/>
      </p:nvGrpSpPr>
      <p:grpSpPr>
        <a:xfrm>
          <a:off x="0" y="0"/>
          <a:ext cx="0" cy="0"/>
          <a:chOff x="0" y="0"/>
          <a:chExt cx="0" cy="0"/>
        </a:xfrm>
      </p:grpSpPr>
      <p:sp>
        <p:nvSpPr>
          <p:cNvPr id="2" name="PlaceHolder 1"/>
          <p:cNvSpPr>
            <a:spLocks noGrp="1"/>
          </p:cNvSpPr>
          <p:nvPr>
            <p:ph type="ftr" idx="14"/>
          </p:nvPr>
        </p:nvSpPr>
        <p:spPr/>
        <p:txBody>
          <a:bodyPr/>
          <a:p>
            <a:r>
              <a:t>Footer</a:t>
            </a:r>
          </a:p>
        </p:txBody>
      </p:sp>
      <p:sp>
        <p:nvSpPr>
          <p:cNvPr id="3" name="PlaceHolder 2"/>
          <p:cNvSpPr>
            <a:spLocks noGrp="1"/>
          </p:cNvSpPr>
          <p:nvPr>
            <p:ph type="sldNum" idx="15"/>
          </p:nvPr>
        </p:nvSpPr>
        <p:spPr/>
        <p:txBody>
          <a:bodyPr/>
          <a:p>
            <a:fld id="{1868B259-0F94-4179-98DF-4480BB769901}" type="slidenum">
              <a:t>&lt;#&gt;</a:t>
            </a:fld>
          </a:p>
        </p:txBody>
      </p:sp>
    </p:spTree>
  </p:cSld>
</p:sldLayout>
</file>

<file path=ppt/slideLayouts/slideLayout1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ext + Table ">
    <p:spTree>
      <p:nvGrpSpPr>
        <p:cNvPr id="1" name=""/>
        <p:cNvGrpSpPr/>
        <p:nvPr/>
      </p:nvGrpSpPr>
      <p:grpSpPr>
        <a:xfrm>
          <a:off x="0" y="0"/>
          <a:ext cx="0" cy="0"/>
          <a:chOff x="0" y="0"/>
          <a:chExt cx="0" cy="0"/>
        </a:xfrm>
      </p:grpSpPr>
      <p:sp>
        <p:nvSpPr>
          <p:cNvPr id="2" name="PlaceHolder 1"/>
          <p:cNvSpPr>
            <a:spLocks noGrp="1"/>
          </p:cNvSpPr>
          <p:nvPr>
            <p:ph type="ftr" idx="16"/>
          </p:nvPr>
        </p:nvSpPr>
        <p:spPr/>
        <p:txBody>
          <a:bodyPr/>
          <a:p>
            <a:r>
              <a:t>Footer</a:t>
            </a:r>
          </a:p>
        </p:txBody>
      </p:sp>
      <p:sp>
        <p:nvSpPr>
          <p:cNvPr id="3" name="PlaceHolder 2"/>
          <p:cNvSpPr>
            <a:spLocks noGrp="1"/>
          </p:cNvSpPr>
          <p:nvPr>
            <p:ph type="sldNum" idx="17"/>
          </p:nvPr>
        </p:nvSpPr>
        <p:spPr/>
        <p:txBody>
          <a:bodyPr/>
          <a:p>
            <a:fld id="{54A6AE16-E75B-4F25-B231-B2766E80A5B9}" type="slidenum">
              <a:t>&lt;#&gt;</a:t>
            </a:fld>
          </a:p>
        </p:txBody>
      </p:sp>
    </p:spTree>
  </p:cSld>
</p:sldLayout>
</file>

<file path=ppt/slideLayouts/slideLayout1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ext + Smart Art ">
    <p:spTree>
      <p:nvGrpSpPr>
        <p:cNvPr id="1" name=""/>
        <p:cNvGrpSpPr/>
        <p:nvPr/>
      </p:nvGrpSpPr>
      <p:grpSpPr>
        <a:xfrm>
          <a:off x="0" y="0"/>
          <a:ext cx="0" cy="0"/>
          <a:chOff x="0" y="0"/>
          <a:chExt cx="0" cy="0"/>
        </a:xfrm>
      </p:grpSpPr>
      <p:sp>
        <p:nvSpPr>
          <p:cNvPr id="2" name="PlaceHolder 1"/>
          <p:cNvSpPr>
            <a:spLocks noGrp="1"/>
          </p:cNvSpPr>
          <p:nvPr>
            <p:ph type="ftr" idx="18"/>
          </p:nvPr>
        </p:nvSpPr>
        <p:spPr/>
        <p:txBody>
          <a:bodyPr/>
          <a:p>
            <a:r>
              <a:t>Footer</a:t>
            </a:r>
          </a:p>
        </p:txBody>
      </p:sp>
      <p:sp>
        <p:nvSpPr>
          <p:cNvPr id="3" name="PlaceHolder 2"/>
          <p:cNvSpPr>
            <a:spLocks noGrp="1"/>
          </p:cNvSpPr>
          <p:nvPr>
            <p:ph type="sldNum" idx="19"/>
          </p:nvPr>
        </p:nvSpPr>
        <p:spPr/>
        <p:txBody>
          <a:bodyPr/>
          <a:p>
            <a:fld id="{88E6C3FF-C901-4115-BDCF-D6DD62795410}" type="slidenum">
              <a:t>&lt;#&gt;</a:t>
            </a:fld>
          </a:p>
        </p:txBody>
      </p:sp>
    </p:spTree>
  </p:cSld>
</p:sldLayout>
</file>

<file path=ppt/slideLayouts/slideLayout1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Single Graph Slide">
    <p:spTree>
      <p:nvGrpSpPr>
        <p:cNvPr id="1" name=""/>
        <p:cNvGrpSpPr/>
        <p:nvPr/>
      </p:nvGrpSpPr>
      <p:grpSpPr>
        <a:xfrm>
          <a:off x="0" y="0"/>
          <a:ext cx="0" cy="0"/>
          <a:chOff x="0" y="0"/>
          <a:chExt cx="0" cy="0"/>
        </a:xfrm>
      </p:grpSpPr>
      <p:sp>
        <p:nvSpPr>
          <p:cNvPr id="2" name="PlaceHolder 1"/>
          <p:cNvSpPr>
            <a:spLocks noGrp="1"/>
          </p:cNvSpPr>
          <p:nvPr>
            <p:ph type="ftr" idx="20"/>
          </p:nvPr>
        </p:nvSpPr>
        <p:spPr/>
        <p:txBody>
          <a:bodyPr/>
          <a:p>
            <a:r>
              <a:t>Footer</a:t>
            </a:r>
          </a:p>
        </p:txBody>
      </p:sp>
      <p:sp>
        <p:nvSpPr>
          <p:cNvPr id="3" name="PlaceHolder 2"/>
          <p:cNvSpPr>
            <a:spLocks noGrp="1"/>
          </p:cNvSpPr>
          <p:nvPr>
            <p:ph type="sldNum" idx="21"/>
          </p:nvPr>
        </p:nvSpPr>
        <p:spPr/>
        <p:txBody>
          <a:bodyPr/>
          <a:p>
            <a:fld id="{E3E39F86-9DDE-4F20-B553-23E7A6CB26C2}" type="slidenum">
              <a:t>&lt;#&gt;</a:t>
            </a:fld>
          </a:p>
        </p:txBody>
      </p:sp>
    </p:spTree>
  </p:cSld>
</p:sldLayout>
</file>

<file path=ppt/slideLayouts/slideLayout1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wo Graph Slide">
    <p:spTree>
      <p:nvGrpSpPr>
        <p:cNvPr id="1" name=""/>
        <p:cNvGrpSpPr/>
        <p:nvPr/>
      </p:nvGrpSpPr>
      <p:grpSpPr>
        <a:xfrm>
          <a:off x="0" y="0"/>
          <a:ext cx="0" cy="0"/>
          <a:chOff x="0" y="0"/>
          <a:chExt cx="0" cy="0"/>
        </a:xfrm>
      </p:grpSpPr>
      <p:sp>
        <p:nvSpPr>
          <p:cNvPr id="2" name="PlaceHolder 1"/>
          <p:cNvSpPr>
            <a:spLocks noGrp="1"/>
          </p:cNvSpPr>
          <p:nvPr>
            <p:ph type="ftr" idx="22"/>
          </p:nvPr>
        </p:nvSpPr>
        <p:spPr/>
        <p:txBody>
          <a:bodyPr/>
          <a:p>
            <a:r>
              <a:t>Footer</a:t>
            </a:r>
          </a:p>
        </p:txBody>
      </p:sp>
      <p:sp>
        <p:nvSpPr>
          <p:cNvPr id="3" name="PlaceHolder 2"/>
          <p:cNvSpPr>
            <a:spLocks noGrp="1"/>
          </p:cNvSpPr>
          <p:nvPr>
            <p:ph type="sldNum" idx="23"/>
          </p:nvPr>
        </p:nvSpPr>
        <p:spPr/>
        <p:txBody>
          <a:bodyPr/>
          <a:p>
            <a:fld id="{18740A74-EC3F-4392-BDEB-A7960DFD1D1E}" type="slidenum">
              <a:t>&lt;#&gt;</a:t>
            </a:fld>
          </a:p>
        </p:txBody>
      </p:sp>
    </p:spTree>
  </p:cSld>
</p:sldLayout>
</file>

<file path=ppt/slideLayouts/slideLayout1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Full Table Slide">
    <p:spTree>
      <p:nvGrpSpPr>
        <p:cNvPr id="1" name=""/>
        <p:cNvGrpSpPr/>
        <p:nvPr/>
      </p:nvGrpSpPr>
      <p:grpSpPr>
        <a:xfrm>
          <a:off x="0" y="0"/>
          <a:ext cx="0" cy="0"/>
          <a:chOff x="0" y="0"/>
          <a:chExt cx="0" cy="0"/>
        </a:xfrm>
      </p:grpSpPr>
      <p:sp>
        <p:nvSpPr>
          <p:cNvPr id="2" name="PlaceHolder 1"/>
          <p:cNvSpPr>
            <a:spLocks noGrp="1"/>
          </p:cNvSpPr>
          <p:nvPr>
            <p:ph type="ftr" idx="24"/>
          </p:nvPr>
        </p:nvSpPr>
        <p:spPr/>
        <p:txBody>
          <a:bodyPr/>
          <a:p>
            <a:r>
              <a:t>Footer</a:t>
            </a:r>
          </a:p>
        </p:txBody>
      </p:sp>
      <p:sp>
        <p:nvSpPr>
          <p:cNvPr id="3" name="PlaceHolder 2"/>
          <p:cNvSpPr>
            <a:spLocks noGrp="1"/>
          </p:cNvSpPr>
          <p:nvPr>
            <p:ph type="sldNum" idx="25"/>
          </p:nvPr>
        </p:nvSpPr>
        <p:spPr/>
        <p:txBody>
          <a:bodyPr/>
          <a:p>
            <a:fld id="{227A96AE-6184-400C-A41D-55365C32FA24}" type="slidenum">
              <a:t>&lt;#&gt;</a:t>
            </a:fld>
          </a:p>
        </p:txBody>
      </p:sp>
    </p:spTree>
  </p:cSld>
</p:sldLayout>
</file>

<file path=ppt/slideLayouts/slideLayout1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Smart Art Slide">
    <p:spTree>
      <p:nvGrpSpPr>
        <p:cNvPr id="1" name=""/>
        <p:cNvGrpSpPr/>
        <p:nvPr/>
      </p:nvGrpSpPr>
      <p:grpSpPr>
        <a:xfrm>
          <a:off x="0" y="0"/>
          <a:ext cx="0" cy="0"/>
          <a:chOff x="0" y="0"/>
          <a:chExt cx="0" cy="0"/>
        </a:xfrm>
      </p:grpSpPr>
      <p:sp>
        <p:nvSpPr>
          <p:cNvPr id="2" name="PlaceHolder 1"/>
          <p:cNvSpPr>
            <a:spLocks noGrp="1"/>
          </p:cNvSpPr>
          <p:nvPr>
            <p:ph type="ftr" idx="26"/>
          </p:nvPr>
        </p:nvSpPr>
        <p:spPr/>
        <p:txBody>
          <a:bodyPr/>
          <a:p>
            <a:r>
              <a:t>Footer</a:t>
            </a:r>
          </a:p>
        </p:txBody>
      </p:sp>
      <p:sp>
        <p:nvSpPr>
          <p:cNvPr id="3" name="PlaceHolder 2"/>
          <p:cNvSpPr>
            <a:spLocks noGrp="1"/>
          </p:cNvSpPr>
          <p:nvPr>
            <p:ph type="sldNum" idx="27"/>
          </p:nvPr>
        </p:nvSpPr>
        <p:spPr/>
        <p:txBody>
          <a:bodyPr/>
          <a:p>
            <a:fld id="{A32D8FFB-ECEC-41F6-A1C6-F5AA4940D12D}" type="slidenum">
              <a:t>&lt;#&gt;</a:t>
            </a:fld>
          </a:p>
        </p:txBody>
      </p:sp>
    </p:spTree>
  </p:cSld>
</p:sldLayout>
</file>

<file path=ppt/slideLayouts/slideLayout1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Impact slide">
    <p:spTree>
      <p:nvGrpSpPr>
        <p:cNvPr id="1" name=""/>
        <p:cNvGrpSpPr/>
        <p:nvPr/>
      </p:nvGrpSpPr>
      <p:grpSpPr>
        <a:xfrm>
          <a:off x="0" y="0"/>
          <a:ext cx="0" cy="0"/>
          <a:chOff x="0" y="0"/>
          <a:chExt cx="0" cy="0"/>
        </a:xfrm>
      </p:grpSpPr>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slideLayout" Target="../slideLayouts/slideLayout1.xml"/>
</Relationships>
</file>

<file path=ppt/slideMasters/_rels/slideMaster2.xml.rels><?xml version="1.0" encoding="UTF-8"?>
<Relationships xmlns="http://schemas.openxmlformats.org/package/2006/relationships"><Relationship Id="rId1" Type="http://schemas.openxmlformats.org/officeDocument/2006/relationships/theme" Target="../theme/theme2.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slideLayout" Target="../slideLayouts/slideLayout2.xml"/>
</Relationships>
</file>

<file path=ppt/slideMasters/_rels/slideMaster3.xml.rels><?xml version="1.0" encoding="UTF-8"?>
<Relationships xmlns="http://schemas.openxmlformats.org/package/2006/relationships"><Relationship Id="rId1" Type="http://schemas.openxmlformats.org/officeDocument/2006/relationships/theme" Target="../theme/theme3.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slideLayout" Target="../slideLayouts/slideLayout3.xml"/>
</Relationships>
</file>

<file path=ppt/slideMasters/_rels/slideMaster4.xml.rels><?xml version="1.0" encoding="UTF-8"?>
<Relationships xmlns="http://schemas.openxmlformats.org/package/2006/relationships"><Relationship Id="rId1" Type="http://schemas.openxmlformats.org/officeDocument/2006/relationships/theme" Target="../theme/theme4.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slideLayout" Target="../slideLayouts/slideLayout4.xml"/>
</Relationships>
</file>

<file path=ppt/slideMasters/_rels/slideMaster5.xml.rels><?xml version="1.0" encoding="UTF-8"?>
<Relationships xmlns="http://schemas.openxmlformats.org/package/2006/relationships"><Relationship Id="rId1" Type="http://schemas.openxmlformats.org/officeDocument/2006/relationships/theme" Target="../theme/theme5.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slideLayout" Target="../slideLayouts/slideLayout5.xml"/>
</Relationships>
</file>

<file path=ppt/slideMasters/_rels/slideMaster6.xml.rels><?xml version="1.0" encoding="UTF-8"?>
<Relationships xmlns="http://schemas.openxmlformats.org/package/2006/relationships"><Relationship Id="rId1" Type="http://schemas.openxmlformats.org/officeDocument/2006/relationships/theme" Target="../theme/theme6.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slideLayout" Target="../slideLayouts/slideLayout6.xml"/>
</Relationships>
</file>

<file path=ppt/slideMasters/_rels/slideMaster7.xml.rels><?xml version="1.0" encoding="UTF-8"?>
<Relationships xmlns="http://schemas.openxmlformats.org/package/2006/relationships"><Relationship Id="rId1" Type="http://schemas.openxmlformats.org/officeDocument/2006/relationships/theme" Target="../theme/theme7.xml"/><Relationship Id="rId2" Type="http://schemas.openxmlformats.org/officeDocument/2006/relationships/slideLayout" Target="../slideLayouts/slideLayout7.xml"/>
</Relationships>
</file>

<file path=ppt/slideMasters/_rels/slideMaster8.xml.rels><?xml version="1.0" encoding="UTF-8"?>
<Relationships xmlns="http://schemas.openxmlformats.org/package/2006/relationships"><Relationship Id="rId1" Type="http://schemas.openxmlformats.org/officeDocument/2006/relationships/theme" Target="../theme/theme8.xml"/><Relationship Id="rId2" Type="http://schemas.openxmlformats.org/officeDocument/2006/relationships/image" Target="../media/image3.png"/><Relationship Id="rId3" Type="http://schemas.openxmlformats.org/officeDocument/2006/relationships/slideLayout" Target="../slideLayouts/slideLayout8.xml"/>
</Relationships>
</file>

<file path=ppt/slideMasters/_rels/slideMaster9.xml.rels><?xml version="1.0" encoding="UTF-8"?>
<Relationships xmlns="http://schemas.openxmlformats.org/package/2006/relationships"><Relationship Id="rId1" Type="http://schemas.openxmlformats.org/officeDocument/2006/relationships/theme" Target="../theme/theme9.xml"/><Relationship Id="rId2" Type="http://schemas.openxmlformats.org/officeDocument/2006/relationships/image" Target="../media/image3.png"/><Relationship Id="rId3" Type="http://schemas.openxmlformats.org/officeDocument/2006/relationships/slideLayout" Target="../slideLayouts/slideLayout9.xml"/>
</Relationships>
</file>

<file path=ppt/slideMasters/_rels/slideMaster10.xml.rels><?xml version="1.0" encoding="UTF-8"?>
<Relationships xmlns="http://schemas.openxmlformats.org/package/2006/relationships"><Relationship Id="rId1" Type="http://schemas.openxmlformats.org/officeDocument/2006/relationships/theme" Target="../theme/theme10.xml"/><Relationship Id="rId2" Type="http://schemas.openxmlformats.org/officeDocument/2006/relationships/image" Target="../media/image3.png"/><Relationship Id="rId3" Type="http://schemas.openxmlformats.org/officeDocument/2006/relationships/slideLayout" Target="../slideLayouts/slideLayout10.xml"/>
</Relationships>
</file>

<file path=ppt/slideMasters/_rels/slideMaster11.xml.rels><?xml version="1.0" encoding="UTF-8"?>
<Relationships xmlns="http://schemas.openxmlformats.org/package/2006/relationships"><Relationship Id="rId1" Type="http://schemas.openxmlformats.org/officeDocument/2006/relationships/theme" Target="../theme/theme11.xml"/><Relationship Id="rId2" Type="http://schemas.openxmlformats.org/officeDocument/2006/relationships/image" Target="../media/image3.png"/><Relationship Id="rId3" Type="http://schemas.openxmlformats.org/officeDocument/2006/relationships/slideLayout" Target="../slideLayouts/slideLayout11.xml"/>
</Relationships>
</file>

<file path=ppt/slideMasters/_rels/slideMaster12.xml.rels><?xml version="1.0" encoding="UTF-8"?>
<Relationships xmlns="http://schemas.openxmlformats.org/package/2006/relationships"><Relationship Id="rId1" Type="http://schemas.openxmlformats.org/officeDocument/2006/relationships/theme" Target="../theme/theme12.xml"/><Relationship Id="rId2" Type="http://schemas.openxmlformats.org/officeDocument/2006/relationships/image" Target="../media/image3.png"/><Relationship Id="rId3" Type="http://schemas.openxmlformats.org/officeDocument/2006/relationships/slideLayout" Target="../slideLayouts/slideLayout12.xml"/>
</Relationships>
</file>

<file path=ppt/slideMasters/_rels/slideMaster13.xml.rels><?xml version="1.0" encoding="UTF-8"?>
<Relationships xmlns="http://schemas.openxmlformats.org/package/2006/relationships"><Relationship Id="rId1" Type="http://schemas.openxmlformats.org/officeDocument/2006/relationships/theme" Target="../theme/theme13.xml"/><Relationship Id="rId2" Type="http://schemas.openxmlformats.org/officeDocument/2006/relationships/image" Target="../media/image3.png"/><Relationship Id="rId3" Type="http://schemas.openxmlformats.org/officeDocument/2006/relationships/slideLayout" Target="../slideLayouts/slideLayout13.xml"/>
</Relationships>
</file>

<file path=ppt/slideMasters/_rels/slideMaster14.xml.rels><?xml version="1.0" encoding="UTF-8"?>
<Relationships xmlns="http://schemas.openxmlformats.org/package/2006/relationships"><Relationship Id="rId1" Type="http://schemas.openxmlformats.org/officeDocument/2006/relationships/theme" Target="../theme/theme14.xml"/><Relationship Id="rId2" Type="http://schemas.openxmlformats.org/officeDocument/2006/relationships/image" Target="../media/image3.png"/><Relationship Id="rId3" Type="http://schemas.openxmlformats.org/officeDocument/2006/relationships/slideLayout" Target="../slideLayouts/slideLayout14.xml"/>
</Relationships>
</file>

<file path=ppt/slideMasters/_rels/slideMaster15.xml.rels><?xml version="1.0" encoding="UTF-8"?>
<Relationships xmlns="http://schemas.openxmlformats.org/package/2006/relationships"><Relationship Id="rId1" Type="http://schemas.openxmlformats.org/officeDocument/2006/relationships/theme" Target="../theme/theme15.xml"/><Relationship Id="rId2" Type="http://schemas.openxmlformats.org/officeDocument/2006/relationships/image" Target="../media/image3.png"/><Relationship Id="rId3" Type="http://schemas.openxmlformats.org/officeDocument/2006/relationships/slideLayout" Target="../slideLayouts/slideLayout15.xml"/>
</Relationships>
</file>

<file path=ppt/slideMasters/_rels/slideMaster16.xml.rels><?xml version="1.0" encoding="UTF-8"?>
<Relationships xmlns="http://schemas.openxmlformats.org/package/2006/relationships"><Relationship Id="rId1" Type="http://schemas.openxmlformats.org/officeDocument/2006/relationships/theme" Target="../theme/theme16.xml"/><Relationship Id="rId2" Type="http://schemas.openxmlformats.org/officeDocument/2006/relationships/image" Target="../media/image3.png"/><Relationship Id="rId3" Type="http://schemas.openxmlformats.org/officeDocument/2006/relationships/slideLayout" Target="../slideLayouts/slideLayout16.xml"/>
</Relationships>
</file>

<file path=ppt/slideMasters/_rels/slideMaster17.xml.rels><?xml version="1.0" encoding="UTF-8"?>
<Relationships xmlns="http://schemas.openxmlformats.org/package/2006/relationships"><Relationship Id="rId1" Type="http://schemas.openxmlformats.org/officeDocument/2006/relationships/theme" Target="../theme/theme17.xml"/><Relationship Id="rId2" Type="http://schemas.openxmlformats.org/officeDocument/2006/relationships/image" Target="../media/image3.png"/><Relationship Id="rId3" Type="http://schemas.openxmlformats.org/officeDocument/2006/relationships/image" Target="../media/image4.png"/><Relationship Id="rId4" Type="http://schemas.openxmlformats.org/officeDocument/2006/relationships/slideLayout" Target="../slideLayouts/slideLayout17.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pic>
        <p:nvPicPr>
          <p:cNvPr id="0" name="Picture 2" descr=""/>
          <p:cNvPicPr/>
          <p:nvPr/>
        </p:nvPicPr>
        <p:blipFill>
          <a:blip r:embed="rId2"/>
          <a:stretch/>
        </p:blipFill>
        <p:spPr>
          <a:xfrm>
            <a:off x="-35640" y="0"/>
            <a:ext cx="12232440" cy="6882120"/>
          </a:xfrm>
          <a:prstGeom prst="rect">
            <a:avLst/>
          </a:prstGeom>
          <a:ln w="0">
            <a:noFill/>
          </a:ln>
        </p:spPr>
      </p:pic>
      <p:pic>
        <p:nvPicPr>
          <p:cNvPr id="1" name="Picture 8" descr="logo ICICI.png"/>
          <p:cNvPicPr/>
          <p:nvPr/>
        </p:nvPicPr>
        <p:blipFill>
          <a:blip r:embed="rId3"/>
          <a:stretch/>
        </p:blipFill>
        <p:spPr>
          <a:xfrm>
            <a:off x="8737560" y="685800"/>
            <a:ext cx="2890800" cy="990720"/>
          </a:xfrm>
          <a:prstGeom prst="rect">
            <a:avLst/>
          </a:prstGeom>
          <a:ln w="0">
            <a:noFill/>
          </a:ln>
        </p:spPr>
      </p:pic>
      <p:sp>
        <p:nvSpPr>
          <p:cNvPr id="2" name="PlaceHolder 1"/>
          <p:cNvSpPr>
            <a:spLocks noGrp="1"/>
          </p:cNvSpPr>
          <p:nvPr>
            <p:ph type="body"/>
          </p:nvPr>
        </p:nvSpPr>
        <p:spPr>
          <a:xfrm>
            <a:off x="5504760" y="3315960"/>
            <a:ext cx="5765400" cy="1250640"/>
          </a:xfrm>
          <a:prstGeom prst="rect">
            <a:avLst/>
          </a:prstGeom>
          <a:noFill/>
          <a:ln w="0">
            <a:noFill/>
          </a:ln>
        </p:spPr>
        <p:txBody>
          <a:bodyPr lIns="91440" rIns="91440" tIns="45720" bIns="45720" anchor="t">
            <a:noAutofit/>
          </a:bodyPr>
          <a:p>
            <a:pPr indent="0" defTabSz="914400">
              <a:lnSpc>
                <a:spcPct val="100000"/>
              </a:lnSpc>
              <a:spcBef>
                <a:spcPts val="961"/>
              </a:spcBef>
              <a:buNone/>
              <a:tabLst>
                <a:tab algn="l" pos="0"/>
              </a:tabLst>
            </a:pPr>
            <a:r>
              <a:rPr b="1" lang="en-US" sz="4800" spc="-1" strike="noStrike">
                <a:solidFill>
                  <a:srgbClr val="053c6d"/>
                </a:solidFill>
                <a:latin typeface="Zurich BT"/>
              </a:rPr>
              <a:t>Text</a:t>
            </a:r>
            <a:endParaRPr b="0" lang="en-US" sz="4800" spc="-1" strike="noStrike">
              <a:solidFill>
                <a:schemeClr val="dk1"/>
              </a:solidFill>
              <a:latin typeface="Zurich BT"/>
            </a:endParaRPr>
          </a:p>
        </p:txBody>
      </p:sp>
      <p:sp>
        <p:nvSpPr>
          <p:cNvPr id="3" name="PlaceHolder 2"/>
          <p:cNvSpPr>
            <a:spLocks noGrp="1"/>
          </p:cNvSpPr>
          <p:nvPr>
            <p:ph type="body"/>
          </p:nvPr>
        </p:nvSpPr>
        <p:spPr>
          <a:xfrm>
            <a:off x="5499000" y="4979520"/>
            <a:ext cx="5218200" cy="757440"/>
          </a:xfrm>
          <a:prstGeom prst="rect">
            <a:avLst/>
          </a:prstGeom>
          <a:noFill/>
          <a:ln w="0">
            <a:noFill/>
          </a:ln>
        </p:spPr>
        <p:txBody>
          <a:bodyPr lIns="91440" rIns="91440" tIns="45720" bIns="45720" anchor="t">
            <a:noAutofit/>
          </a:bodyPr>
          <a:p>
            <a:pPr indent="0" defTabSz="914400">
              <a:lnSpc>
                <a:spcPct val="100000"/>
              </a:lnSpc>
              <a:spcBef>
                <a:spcPts val="479"/>
              </a:spcBef>
              <a:buNone/>
              <a:tabLst>
                <a:tab algn="l" pos="0"/>
              </a:tabLst>
            </a:pPr>
            <a:r>
              <a:rPr b="1" lang="en-US" sz="2400" spc="-1" strike="noStrike">
                <a:solidFill>
                  <a:srgbClr val="97291e"/>
                </a:solidFill>
                <a:latin typeface="Zurich BT"/>
              </a:rPr>
              <a:t>Text</a:t>
            </a:r>
            <a:endParaRPr b="0" lang="en-US" sz="2400" spc="-1" strike="noStrike">
              <a:solidFill>
                <a:schemeClr val="dk1"/>
              </a:solidFill>
              <a:latin typeface="Zurich BT"/>
            </a:endParaRPr>
          </a:p>
        </p:txBody>
      </p:sp>
      <p:sp>
        <p:nvSpPr>
          <p:cNvPr id="4" name="PlaceHolder 3"/>
          <p:cNvSpPr>
            <a:spLocks noGrp="1"/>
          </p:cNvSpPr>
          <p:nvPr>
            <p:ph type="body"/>
          </p:nvPr>
        </p:nvSpPr>
        <p:spPr>
          <a:xfrm>
            <a:off x="5490000" y="5969160"/>
            <a:ext cx="2820960" cy="367560"/>
          </a:xfrm>
          <a:prstGeom prst="rect">
            <a:avLst/>
          </a:prstGeom>
          <a:noFill/>
          <a:ln w="0">
            <a:noFill/>
          </a:ln>
        </p:spPr>
        <p:txBody>
          <a:bodyPr lIns="91440" rIns="91440" tIns="45720" bIns="45720" anchor="t">
            <a:noAutofit/>
          </a:bodyPr>
          <a:p>
            <a:pPr indent="0" defTabSz="914400">
              <a:lnSpc>
                <a:spcPct val="100000"/>
              </a:lnSpc>
              <a:spcBef>
                <a:spcPts val="400"/>
              </a:spcBef>
              <a:buNone/>
              <a:tabLst>
                <a:tab algn="l" pos="0"/>
              </a:tabLst>
            </a:pPr>
            <a:r>
              <a:rPr b="0" lang="en-US" sz="2000" spc="-1" strike="noStrike">
                <a:solidFill>
                  <a:srgbClr val="053c6d"/>
                </a:solidFill>
                <a:latin typeface="Zurich BT"/>
              </a:rPr>
              <a:t>Date</a:t>
            </a:r>
            <a:endParaRPr b="0" lang="en-US" sz="2000" spc="-1" strike="noStrike">
              <a:solidFill>
                <a:schemeClr val="dk1"/>
              </a:solidFill>
              <a:latin typeface="Zurich BT"/>
            </a:endParaRPr>
          </a:p>
        </p:txBody>
      </p:sp>
      <p:sp>
        <p:nvSpPr>
          <p:cNvPr id="5" name="PlaceHolder 4"/>
          <p:cNvSpPr>
            <a:spLocks noGrp="1"/>
          </p:cNvSpPr>
          <p:nvPr>
            <p:ph type="title"/>
          </p:nvPr>
        </p:nvSpPr>
        <p:spPr>
          <a:xfrm>
            <a:off x="609120" y="273600"/>
            <a:ext cx="10969560" cy="1144800"/>
          </a:xfrm>
          <a:prstGeom prst="rect">
            <a:avLst/>
          </a:prstGeom>
          <a:noFill/>
          <a:ln w="0">
            <a:noFill/>
          </a:ln>
        </p:spPr>
        <p:txBody>
          <a:bodyPr lIns="0" rIns="0" tIns="0" bIns="0" anchor="ctr">
            <a:noAutofit/>
          </a:bodyPr>
          <a:p>
            <a:pPr indent="0">
              <a:buNone/>
            </a:pPr>
            <a:r>
              <a:rPr b="0" lang="en-US" sz="1900" spc="-1" strike="noStrike">
                <a:solidFill>
                  <a:schemeClr val="dk1"/>
                </a:solidFill>
                <a:latin typeface="Zurich BT"/>
              </a:rPr>
              <a:t>Click to edit the title text format</a:t>
            </a:r>
            <a:endParaRPr b="0" lang="en-US" sz="1900" spc="-1" strike="noStrike">
              <a:solidFill>
                <a:schemeClr val="dk1"/>
              </a:solidFill>
              <a:latin typeface="Zurich BT"/>
            </a:endParaRPr>
          </a:p>
        </p:txBody>
      </p:sp>
    </p:spTree>
  </p:cSld>
  <p:clrMap bg1="lt1" bg2="lt2" tx1="dk1" tx2="dk2" accent1="accent1" accent2="accent2" accent3="accent3" accent4="accent4" accent5="accent5" accent6="accent6" hlink="hlink" folHlink="folHlink"/>
  <p:sldLayoutIdLst>
    <p:sldLayoutId id="2147483649" r:id="rId4"/>
  </p:sldLayoutIdLst>
</p:sldMaster>
</file>

<file path=ppt/slideMasters/slideMaster2.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pic>
        <p:nvPicPr>
          <p:cNvPr id="6" name="Picture 2" descr=""/>
          <p:cNvPicPr/>
          <p:nvPr/>
        </p:nvPicPr>
        <p:blipFill>
          <a:blip r:embed="rId2"/>
          <a:stretch/>
        </p:blipFill>
        <p:spPr>
          <a:xfrm>
            <a:off x="-35640" y="0"/>
            <a:ext cx="12232440" cy="6882120"/>
          </a:xfrm>
          <a:prstGeom prst="rect">
            <a:avLst/>
          </a:prstGeom>
          <a:ln w="0">
            <a:noFill/>
          </a:ln>
        </p:spPr>
      </p:pic>
      <p:pic>
        <p:nvPicPr>
          <p:cNvPr id="7" name="Picture 8" descr="logo ICICI.png"/>
          <p:cNvPicPr/>
          <p:nvPr/>
        </p:nvPicPr>
        <p:blipFill>
          <a:blip r:embed="rId3"/>
          <a:stretch/>
        </p:blipFill>
        <p:spPr>
          <a:xfrm>
            <a:off x="8737560" y="685800"/>
            <a:ext cx="2890800" cy="990720"/>
          </a:xfrm>
          <a:prstGeom prst="rect">
            <a:avLst/>
          </a:prstGeom>
          <a:ln w="0">
            <a:noFill/>
          </a:ln>
        </p:spPr>
      </p:pic>
      <p:sp>
        <p:nvSpPr>
          <p:cNvPr id="8" name="PlaceHolder 1"/>
          <p:cNvSpPr>
            <a:spLocks noGrp="1"/>
          </p:cNvSpPr>
          <p:nvPr>
            <p:ph type="body"/>
          </p:nvPr>
        </p:nvSpPr>
        <p:spPr>
          <a:xfrm>
            <a:off x="5504760" y="3315960"/>
            <a:ext cx="5765400" cy="1250640"/>
          </a:xfrm>
          <a:prstGeom prst="rect">
            <a:avLst/>
          </a:prstGeom>
          <a:noFill/>
          <a:ln w="0">
            <a:noFill/>
          </a:ln>
        </p:spPr>
        <p:txBody>
          <a:bodyPr lIns="91440" rIns="91440" tIns="45720" bIns="45720" anchor="t">
            <a:noAutofit/>
          </a:bodyPr>
          <a:p>
            <a:pPr indent="0" defTabSz="914400">
              <a:lnSpc>
                <a:spcPct val="100000"/>
              </a:lnSpc>
              <a:spcBef>
                <a:spcPts val="961"/>
              </a:spcBef>
              <a:buNone/>
              <a:tabLst>
                <a:tab algn="l" pos="0"/>
              </a:tabLst>
            </a:pPr>
            <a:r>
              <a:rPr b="1" lang="en-US" sz="4800" spc="-1" strike="noStrike">
                <a:solidFill>
                  <a:srgbClr val="053c6d"/>
                </a:solidFill>
                <a:latin typeface="Zurich BT"/>
              </a:rPr>
              <a:t>Text</a:t>
            </a:r>
            <a:endParaRPr b="0" lang="en-US" sz="4800" spc="-1" strike="noStrike">
              <a:solidFill>
                <a:schemeClr val="dk1"/>
              </a:solidFill>
              <a:latin typeface="Zurich BT"/>
            </a:endParaRPr>
          </a:p>
        </p:txBody>
      </p:sp>
      <p:sp>
        <p:nvSpPr>
          <p:cNvPr id="9" name="PlaceHolder 2"/>
          <p:cNvSpPr>
            <a:spLocks noGrp="1"/>
          </p:cNvSpPr>
          <p:nvPr>
            <p:ph type="title"/>
          </p:nvPr>
        </p:nvSpPr>
        <p:spPr>
          <a:xfrm>
            <a:off x="609120" y="273600"/>
            <a:ext cx="10969560" cy="1144800"/>
          </a:xfrm>
          <a:prstGeom prst="rect">
            <a:avLst/>
          </a:prstGeom>
          <a:noFill/>
          <a:ln w="0">
            <a:noFill/>
          </a:ln>
        </p:spPr>
        <p:txBody>
          <a:bodyPr lIns="0" rIns="0" tIns="0" bIns="0" anchor="ctr">
            <a:noAutofit/>
          </a:bodyPr>
          <a:p>
            <a:pPr indent="0">
              <a:buNone/>
            </a:pPr>
            <a:r>
              <a:rPr b="0" lang="en-US" sz="1900" spc="-1" strike="noStrike">
                <a:solidFill>
                  <a:schemeClr val="dk1"/>
                </a:solidFill>
                <a:latin typeface="Zurich BT"/>
              </a:rPr>
              <a:t>Click to edit the title text format</a:t>
            </a:r>
            <a:endParaRPr b="0" lang="en-US" sz="1900" spc="-1" strike="noStrike">
              <a:solidFill>
                <a:schemeClr val="dk1"/>
              </a:solidFill>
              <a:latin typeface="Zurich BT"/>
            </a:endParaRPr>
          </a:p>
        </p:txBody>
      </p:sp>
    </p:spTree>
  </p:cSld>
  <p:clrMap bg1="lt1" bg2="lt2" tx1="dk1" tx2="dk2" accent1="accent1" accent2="accent2" accent3="accent3" accent4="accent4" accent5="accent5" accent6="accent6" hlink="hlink" folHlink="folHlink"/>
  <p:sldLayoutIdLst>
    <p:sldLayoutId id="2147483651" r:id="rId4"/>
  </p:sldLayoutIdLst>
</p:sldMaster>
</file>

<file path=ppt/slideMasters/slideMaster3.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pic>
        <p:nvPicPr>
          <p:cNvPr id="10" name="Picture 2" descr=""/>
          <p:cNvPicPr/>
          <p:nvPr/>
        </p:nvPicPr>
        <p:blipFill>
          <a:blip r:embed="rId2"/>
          <a:stretch/>
        </p:blipFill>
        <p:spPr>
          <a:xfrm>
            <a:off x="-35640" y="0"/>
            <a:ext cx="12232440" cy="6882120"/>
          </a:xfrm>
          <a:prstGeom prst="rect">
            <a:avLst/>
          </a:prstGeom>
          <a:ln w="0">
            <a:noFill/>
          </a:ln>
        </p:spPr>
      </p:pic>
      <p:pic>
        <p:nvPicPr>
          <p:cNvPr id="11" name="Picture 8" descr="logo ICICI.png"/>
          <p:cNvPicPr/>
          <p:nvPr/>
        </p:nvPicPr>
        <p:blipFill>
          <a:blip r:embed="rId3"/>
          <a:stretch/>
        </p:blipFill>
        <p:spPr>
          <a:xfrm>
            <a:off x="8737560" y="685800"/>
            <a:ext cx="2890800" cy="990720"/>
          </a:xfrm>
          <a:prstGeom prst="rect">
            <a:avLst/>
          </a:prstGeom>
          <a:ln w="0">
            <a:noFill/>
          </a:ln>
        </p:spPr>
      </p:pic>
      <p:sp>
        <p:nvSpPr>
          <p:cNvPr id="12" name="PlaceHolder 1"/>
          <p:cNvSpPr>
            <a:spLocks noGrp="1"/>
          </p:cNvSpPr>
          <p:nvPr>
            <p:ph type="body"/>
          </p:nvPr>
        </p:nvSpPr>
        <p:spPr>
          <a:xfrm>
            <a:off x="203040" y="237240"/>
            <a:ext cx="11683800" cy="753120"/>
          </a:xfrm>
          <a:prstGeom prst="rect">
            <a:avLst/>
          </a:prstGeom>
          <a:noFill/>
          <a:ln w="0">
            <a:noFill/>
          </a:ln>
        </p:spPr>
        <p:txBody>
          <a:bodyPr lIns="91440" rIns="91440" tIns="45720" bIns="45720" anchor="t">
            <a:noAutofit/>
          </a:bodyPr>
          <a:p>
            <a:pPr indent="0" defTabSz="914400">
              <a:lnSpc>
                <a:spcPct val="100000"/>
              </a:lnSpc>
              <a:spcBef>
                <a:spcPts val="641"/>
              </a:spcBef>
              <a:buNone/>
              <a:tabLst>
                <a:tab algn="l" pos="0"/>
              </a:tabLst>
            </a:pPr>
            <a:r>
              <a:rPr b="1" lang="en-US" sz="3200" spc="-1" strike="noStrike">
                <a:solidFill>
                  <a:srgbClr val="97281d"/>
                </a:solidFill>
                <a:latin typeface="Zurich BT"/>
              </a:rPr>
              <a:t>Heading</a:t>
            </a:r>
            <a:endParaRPr b="0" lang="en-US" sz="3200" spc="-1" strike="noStrike">
              <a:solidFill>
                <a:schemeClr val="dk1"/>
              </a:solidFill>
              <a:latin typeface="Zurich BT"/>
            </a:endParaRPr>
          </a:p>
        </p:txBody>
      </p:sp>
      <p:sp>
        <p:nvSpPr>
          <p:cNvPr id="13" name="PlaceHolder 2"/>
          <p:cNvSpPr>
            <a:spLocks noGrp="1"/>
          </p:cNvSpPr>
          <p:nvPr>
            <p:ph type="ftr" idx="1"/>
          </p:nvPr>
        </p:nvSpPr>
        <p:spPr>
          <a:xfrm>
            <a:off x="1214640" y="6422400"/>
            <a:ext cx="3860280" cy="365760"/>
          </a:xfrm>
          <a:prstGeom prst="rect">
            <a:avLst/>
          </a:prstGeom>
          <a:noFill/>
          <a:ln w="0">
            <a:noFill/>
          </a:ln>
        </p:spPr>
        <p:txBody>
          <a:bodyPr lIns="91440" rIns="91440" tIns="45720" bIns="45720" anchor="t">
            <a:noAutofit/>
          </a:bodyPr>
          <a:lstStyle>
            <a:lvl1pPr indent="0" algn="ctr">
              <a:buNone/>
              <a:defRPr b="0" lang="en-IN" sz="1400" spc="-1" strike="noStrike">
                <a:solidFill>
                  <a:srgbClr val="000000"/>
                </a:solidFill>
                <a:latin typeface="Times New Roman"/>
              </a:defRPr>
            </a:lvl1pPr>
          </a:lstStyle>
          <a:p>
            <a:pPr indent="0" algn="ctr">
              <a:buNone/>
            </a:pPr>
            <a:r>
              <a:rPr b="0" lang="en-IN" sz="1400" spc="-1" strike="noStrike">
                <a:solidFill>
                  <a:srgbClr val="000000"/>
                </a:solidFill>
                <a:latin typeface="Times New Roman"/>
              </a:rPr>
              <a:t>&lt;footer&gt;</a:t>
            </a:r>
            <a:endParaRPr b="0" lang="en-IN" sz="1400" spc="-1" strike="noStrike">
              <a:solidFill>
                <a:srgbClr val="000000"/>
              </a:solidFill>
              <a:latin typeface="Times New Roman"/>
            </a:endParaRPr>
          </a:p>
        </p:txBody>
      </p:sp>
      <p:sp>
        <p:nvSpPr>
          <p:cNvPr id="14" name="PlaceHolder 3"/>
          <p:cNvSpPr>
            <a:spLocks noGrp="1"/>
          </p:cNvSpPr>
          <p:nvPr>
            <p:ph type="body"/>
          </p:nvPr>
        </p:nvSpPr>
        <p:spPr>
          <a:xfrm>
            <a:off x="201240" y="1219320"/>
            <a:ext cx="11683080" cy="609120"/>
          </a:xfrm>
          <a:prstGeom prst="rect">
            <a:avLst/>
          </a:prstGeom>
          <a:noFill/>
          <a:ln w="0">
            <a:noFill/>
          </a:ln>
        </p:spPr>
        <p:txBody>
          <a:bodyPr lIns="91440" rIns="91440" tIns="45720" bIns="45720" anchor="t">
            <a:noAutofit/>
          </a:bodyPr>
          <a:p>
            <a:pPr indent="0" defTabSz="914400">
              <a:lnSpc>
                <a:spcPct val="100000"/>
              </a:lnSpc>
              <a:spcBef>
                <a:spcPts val="479"/>
              </a:spcBef>
              <a:buNone/>
              <a:tabLst>
                <a:tab algn="l" pos="0"/>
              </a:tabLst>
            </a:pPr>
            <a:r>
              <a:rPr b="1" lang="en-US" sz="2400" spc="-1" strike="noStrike">
                <a:solidFill>
                  <a:srgbClr val="1f497d"/>
                </a:solidFill>
                <a:latin typeface="Zurich BT"/>
              </a:rPr>
              <a:t>Sub Text</a:t>
            </a:r>
            <a:endParaRPr b="0" lang="en-US" sz="2400" spc="-1" strike="noStrike">
              <a:solidFill>
                <a:schemeClr val="dk1"/>
              </a:solidFill>
              <a:latin typeface="Zurich BT"/>
            </a:endParaRPr>
          </a:p>
        </p:txBody>
      </p:sp>
      <p:sp>
        <p:nvSpPr>
          <p:cNvPr id="15" name="PlaceHolder 4"/>
          <p:cNvSpPr>
            <a:spLocks noGrp="1"/>
          </p:cNvSpPr>
          <p:nvPr>
            <p:ph type="body"/>
          </p:nvPr>
        </p:nvSpPr>
        <p:spPr>
          <a:xfrm>
            <a:off x="201240" y="1828800"/>
            <a:ext cx="11684160" cy="3962160"/>
          </a:xfrm>
          <a:prstGeom prst="rect">
            <a:avLst/>
          </a:prstGeom>
          <a:noFill/>
          <a:ln w="0">
            <a:noFill/>
          </a:ln>
        </p:spPr>
        <p:txBody>
          <a:bodyPr lIns="91440" rIns="91440" tIns="45720" bIns="45720" anchor="t">
            <a:noAutofit/>
          </a:bodyPr>
          <a:p>
            <a:pPr marL="342720" indent="-342720" defTabSz="914400">
              <a:lnSpc>
                <a:spcPct val="100000"/>
              </a:lnSpc>
              <a:spcBef>
                <a:spcPts val="479"/>
              </a:spcBef>
              <a:buClr>
                <a:srgbClr val="053c6d"/>
              </a:buClr>
              <a:buFont typeface="Arial"/>
              <a:buChar char="•"/>
            </a:pPr>
            <a:r>
              <a:rPr b="0" lang="en-US" sz="2400" spc="-1" strike="noStrike">
                <a:solidFill>
                  <a:schemeClr val="accent3"/>
                </a:solidFill>
                <a:latin typeface="Zurich BT"/>
              </a:rPr>
              <a:t>Text 1</a:t>
            </a:r>
            <a:endParaRPr b="0" lang="en-US" sz="2400" spc="-1" strike="noStrike">
              <a:solidFill>
                <a:schemeClr val="dk1"/>
              </a:solidFill>
              <a:latin typeface="Zurich BT"/>
            </a:endParaRPr>
          </a:p>
          <a:p>
            <a:pPr marL="342720" indent="-342720" defTabSz="914400">
              <a:lnSpc>
                <a:spcPct val="100000"/>
              </a:lnSpc>
              <a:spcBef>
                <a:spcPts val="479"/>
              </a:spcBef>
              <a:buClr>
                <a:srgbClr val="053c6d"/>
              </a:buClr>
              <a:buFont typeface="Arial"/>
              <a:buChar char="•"/>
            </a:pPr>
            <a:r>
              <a:rPr b="0" lang="en-US" sz="2400" spc="-1" strike="noStrike">
                <a:solidFill>
                  <a:schemeClr val="accent3"/>
                </a:solidFill>
                <a:latin typeface="Zurich BT"/>
              </a:rPr>
              <a:t>Text 2</a:t>
            </a:r>
            <a:endParaRPr b="0" lang="en-US" sz="2400" spc="-1" strike="noStrike">
              <a:solidFill>
                <a:schemeClr val="dk1"/>
              </a:solidFill>
              <a:latin typeface="Zurich BT"/>
            </a:endParaRPr>
          </a:p>
          <a:p>
            <a:pPr lvl="1" marL="687240" indent="-342720" defTabSz="914400">
              <a:lnSpc>
                <a:spcPct val="100000"/>
              </a:lnSpc>
              <a:spcBef>
                <a:spcPts val="439"/>
              </a:spcBef>
              <a:buClr>
                <a:srgbClr val="053c6d"/>
              </a:buClr>
              <a:buFont typeface="Arial"/>
              <a:buChar char="•"/>
              <a:tabLst>
                <a:tab algn="l" pos="687240"/>
              </a:tabLst>
            </a:pPr>
            <a:r>
              <a:rPr b="0" lang="en-US" sz="2200" spc="-1" strike="noStrike">
                <a:solidFill>
                  <a:schemeClr val="accent3"/>
                </a:solidFill>
                <a:latin typeface="Zurich BT"/>
              </a:rPr>
              <a:t>Second level 1</a:t>
            </a:r>
            <a:endParaRPr b="0" lang="en-US" sz="2200" spc="-1" strike="noStrike">
              <a:solidFill>
                <a:schemeClr val="dk1"/>
              </a:solidFill>
              <a:latin typeface="Zurich BT"/>
            </a:endParaRPr>
          </a:p>
          <a:p>
            <a:pPr lvl="1" marL="687240" indent="-342720" defTabSz="914400">
              <a:lnSpc>
                <a:spcPct val="100000"/>
              </a:lnSpc>
              <a:spcBef>
                <a:spcPts val="439"/>
              </a:spcBef>
              <a:buClr>
                <a:srgbClr val="053c6d"/>
              </a:buClr>
              <a:buFont typeface="Arial"/>
              <a:buChar char="•"/>
              <a:tabLst>
                <a:tab algn="l" pos="687240"/>
              </a:tabLst>
            </a:pPr>
            <a:r>
              <a:rPr b="0" lang="en-US" sz="2200" spc="-1" strike="noStrike">
                <a:solidFill>
                  <a:schemeClr val="accent3"/>
                </a:solidFill>
                <a:latin typeface="Zurich BT"/>
              </a:rPr>
              <a:t>Second level 2</a:t>
            </a:r>
            <a:endParaRPr b="0" lang="en-US" sz="2200" spc="-1" strike="noStrike">
              <a:solidFill>
                <a:schemeClr val="dk1"/>
              </a:solidFill>
              <a:latin typeface="Zurich BT"/>
            </a:endParaRPr>
          </a:p>
        </p:txBody>
      </p:sp>
      <p:sp>
        <p:nvSpPr>
          <p:cNvPr id="16" name="PlaceHolder 5"/>
          <p:cNvSpPr>
            <a:spLocks noGrp="1"/>
          </p:cNvSpPr>
          <p:nvPr>
            <p:ph type="sldNum" idx="2"/>
          </p:nvPr>
        </p:nvSpPr>
        <p:spPr>
          <a:xfrm>
            <a:off x="11199960" y="6415560"/>
            <a:ext cx="609120" cy="365760"/>
          </a:xfrm>
          <a:prstGeom prst="rect">
            <a:avLst/>
          </a:prstGeom>
          <a:noFill/>
          <a:ln w="0">
            <a:noFill/>
          </a:ln>
        </p:spPr>
        <p:txBody>
          <a:bodyPr lIns="91440" rIns="91440" tIns="45720" bIns="45720" anchor="ctr">
            <a:noAutofit/>
          </a:bodyPr>
          <a:lstStyle>
            <a:lvl1pPr indent="0" algn="r" defTabSz="914400">
              <a:lnSpc>
                <a:spcPct val="100000"/>
              </a:lnSpc>
              <a:buNone/>
              <a:defRPr b="0" lang="en-US" sz="1200" spc="-1" strike="noStrike">
                <a:solidFill>
                  <a:srgbClr val="1f497d"/>
                </a:solidFill>
                <a:latin typeface="Zurich Lt BT"/>
              </a:defRPr>
            </a:lvl1pPr>
          </a:lstStyle>
          <a:p>
            <a:pPr indent="0" algn="r" defTabSz="914400">
              <a:lnSpc>
                <a:spcPct val="100000"/>
              </a:lnSpc>
              <a:buNone/>
            </a:pPr>
            <a:fld id="{6A1E84CD-BAC4-4B06-8172-A900F9967670}" type="slidenum">
              <a:rPr b="0" lang="en-US" sz="1200" spc="-1" strike="noStrike">
                <a:solidFill>
                  <a:srgbClr val="1f497d"/>
                </a:solidFill>
                <a:latin typeface="Zurich Lt BT"/>
              </a:rPr>
              <a:t>&lt;number&gt;</a:t>
            </a:fld>
            <a:endParaRPr b="0" lang="en-IN" sz="12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53" r:id="rId4"/>
  </p:sldLayoutIdLst>
</p:sldMaster>
</file>

<file path=ppt/slideMasters/slideMaster4.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pic>
        <p:nvPicPr>
          <p:cNvPr id="17" name="Picture 2" descr=""/>
          <p:cNvPicPr/>
          <p:nvPr/>
        </p:nvPicPr>
        <p:blipFill>
          <a:blip r:embed="rId2"/>
          <a:stretch/>
        </p:blipFill>
        <p:spPr>
          <a:xfrm>
            <a:off x="-35640" y="0"/>
            <a:ext cx="12232440" cy="6882120"/>
          </a:xfrm>
          <a:prstGeom prst="rect">
            <a:avLst/>
          </a:prstGeom>
          <a:ln w="0">
            <a:noFill/>
          </a:ln>
        </p:spPr>
      </p:pic>
      <p:pic>
        <p:nvPicPr>
          <p:cNvPr id="18" name="Picture 8" descr="logo ICICI.png"/>
          <p:cNvPicPr/>
          <p:nvPr/>
        </p:nvPicPr>
        <p:blipFill>
          <a:blip r:embed="rId3"/>
          <a:stretch/>
        </p:blipFill>
        <p:spPr>
          <a:xfrm>
            <a:off x="8737560" y="685800"/>
            <a:ext cx="2890800" cy="990720"/>
          </a:xfrm>
          <a:prstGeom prst="rect">
            <a:avLst/>
          </a:prstGeom>
          <a:ln w="0">
            <a:noFill/>
          </a:ln>
        </p:spPr>
      </p:pic>
      <p:sp>
        <p:nvSpPr>
          <p:cNvPr id="19" name="PlaceHolder 1"/>
          <p:cNvSpPr>
            <a:spLocks noGrp="1"/>
          </p:cNvSpPr>
          <p:nvPr>
            <p:ph type="sldNum" idx="3"/>
          </p:nvPr>
        </p:nvSpPr>
        <p:spPr>
          <a:xfrm>
            <a:off x="0" y="0"/>
            <a:ext cx="0" cy="0"/>
          </a:xfrm>
          <a:prstGeom prst="rect">
            <a:avLst/>
          </a:prstGeom>
          <a:noFill/>
          <a:ln w="0">
            <a:noFill/>
          </a:ln>
        </p:spPr>
        <p:txBody>
          <a:bodyPr lIns="90000" rIns="90000" tIns="-45000" bIns="-45000" anchor="t">
            <a:noAutofit/>
          </a:bodyPr>
          <a:lstStyle>
            <a:lvl1pPr indent="0" defTabSz="914400">
              <a:lnSpc>
                <a:spcPct val="100000"/>
              </a:lnSpc>
              <a:buNone/>
              <a:defRPr b="0" lang="en-US" sz="1900" spc="-1" strike="noStrike">
                <a:solidFill>
                  <a:schemeClr val="dk1"/>
                </a:solidFill>
                <a:latin typeface="Zurich BT"/>
              </a:defRPr>
            </a:lvl1pPr>
          </a:lstStyle>
          <a:p>
            <a:pPr indent="0" defTabSz="914400">
              <a:lnSpc>
                <a:spcPct val="100000"/>
              </a:lnSpc>
              <a:buNone/>
            </a:pPr>
            <a:fld id="{2CF1DA64-FD0B-4B4C-BC5F-63EDB233979F}" type="slidenum">
              <a:rPr b="0" lang="en-US" sz="1900" spc="-1" strike="noStrike">
                <a:solidFill>
                  <a:schemeClr val="dk1"/>
                </a:solidFill>
                <a:latin typeface="Zurich BT"/>
              </a:rPr>
              <a:t>&lt;number&gt;</a:t>
            </a:fld>
            <a:endParaRPr b="0" lang="en-IN" sz="19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55" r:id="rId4"/>
  </p:sldLayoutIdLst>
</p:sldMaster>
</file>

<file path=ppt/slideMasters/slideMaster5.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pic>
        <p:nvPicPr>
          <p:cNvPr id="20" name="Picture 2" descr=""/>
          <p:cNvPicPr/>
          <p:nvPr/>
        </p:nvPicPr>
        <p:blipFill>
          <a:blip r:embed="rId2"/>
          <a:stretch/>
        </p:blipFill>
        <p:spPr>
          <a:xfrm>
            <a:off x="-35640" y="0"/>
            <a:ext cx="12232440" cy="6882120"/>
          </a:xfrm>
          <a:prstGeom prst="rect">
            <a:avLst/>
          </a:prstGeom>
          <a:ln w="0">
            <a:noFill/>
          </a:ln>
        </p:spPr>
      </p:pic>
      <p:pic>
        <p:nvPicPr>
          <p:cNvPr id="21" name="Picture 8" descr="logo ICICI.png"/>
          <p:cNvPicPr/>
          <p:nvPr/>
        </p:nvPicPr>
        <p:blipFill>
          <a:blip r:embed="rId3"/>
          <a:stretch/>
        </p:blipFill>
        <p:spPr>
          <a:xfrm>
            <a:off x="8737560" y="685800"/>
            <a:ext cx="2890800" cy="990720"/>
          </a:xfrm>
          <a:prstGeom prst="rect">
            <a:avLst/>
          </a:prstGeom>
          <a:ln w="0">
            <a:noFill/>
          </a:ln>
        </p:spPr>
      </p:pic>
      <p:sp>
        <p:nvSpPr>
          <p:cNvPr id="22" name="PlaceHolder 1"/>
          <p:cNvSpPr>
            <a:spLocks noGrp="1"/>
          </p:cNvSpPr>
          <p:nvPr>
            <p:ph type="title"/>
          </p:nvPr>
        </p:nvSpPr>
        <p:spPr>
          <a:xfrm>
            <a:off x="838080" y="365040"/>
            <a:ext cx="10512360" cy="1325160"/>
          </a:xfrm>
          <a:prstGeom prst="rect">
            <a:avLst/>
          </a:prstGeom>
          <a:noFill/>
          <a:ln w="0">
            <a:noFill/>
          </a:ln>
        </p:spPr>
        <p:txBody>
          <a:bodyPr lIns="90000" rIns="90000" tIns="45000" bIns="45000" anchor="t">
            <a:noAutofit/>
          </a:bodyPr>
          <a:p>
            <a:pPr indent="0" algn="ctr" defTabSz="914400">
              <a:lnSpc>
                <a:spcPct val="100000"/>
              </a:lnSpc>
              <a:buNone/>
            </a:pPr>
            <a:r>
              <a:rPr b="0" lang="en-US" sz="4400" spc="-1" strike="noStrike">
                <a:solidFill>
                  <a:schemeClr val="dk1"/>
                </a:solidFill>
                <a:latin typeface="Zurich BT"/>
              </a:rPr>
              <a:t>Click to edit Master title style</a:t>
            </a:r>
            <a:endParaRPr b="0" lang="en-US" sz="4400" spc="-1" strike="noStrike">
              <a:solidFill>
                <a:schemeClr val="dk1"/>
              </a:solidFill>
              <a:latin typeface="Zurich BT"/>
            </a:endParaRPr>
          </a:p>
        </p:txBody>
      </p:sp>
      <p:sp>
        <p:nvSpPr>
          <p:cNvPr id="23" name="PlaceHolder 2"/>
          <p:cNvSpPr>
            <a:spLocks noGrp="1"/>
          </p:cNvSpPr>
          <p:nvPr>
            <p:ph type="body"/>
          </p:nvPr>
        </p:nvSpPr>
        <p:spPr>
          <a:xfrm>
            <a:off x="838080" y="1825560"/>
            <a:ext cx="10512360" cy="4350960"/>
          </a:xfrm>
          <a:prstGeom prst="rect">
            <a:avLst/>
          </a:prstGeom>
          <a:noFill/>
          <a:ln w="0">
            <a:noFill/>
          </a:ln>
        </p:spPr>
        <p:txBody>
          <a:bodyPr lIns="90000" rIns="90000" tIns="45000" bIns="45000" anchor="t">
            <a:noAutofit/>
          </a:bodyPr>
          <a:p>
            <a:pPr marL="342720" indent="-342720" defTabSz="914400">
              <a:lnSpc>
                <a:spcPct val="100000"/>
              </a:lnSpc>
              <a:spcBef>
                <a:spcPts val="641"/>
              </a:spcBef>
              <a:buClr>
                <a:srgbClr val="000000"/>
              </a:buClr>
              <a:buFont typeface="Arial"/>
              <a:buChar char="•"/>
            </a:pPr>
            <a:r>
              <a:rPr b="0" lang="en-US" sz="3200" spc="-1" strike="noStrike">
                <a:solidFill>
                  <a:schemeClr val="dk1"/>
                </a:solidFill>
                <a:latin typeface="Zurich BT"/>
              </a:rPr>
              <a:t>Edit Master text styles</a:t>
            </a:r>
            <a:endParaRPr b="0" lang="en-US" sz="3200" spc="-1" strike="noStrike">
              <a:solidFill>
                <a:schemeClr val="dk1"/>
              </a:solidFill>
              <a:latin typeface="Zurich BT"/>
            </a:endParaRPr>
          </a:p>
          <a:p>
            <a:pPr lvl="1" marL="743040" indent="-285840" defTabSz="914400">
              <a:lnSpc>
                <a:spcPct val="100000"/>
              </a:lnSpc>
              <a:spcBef>
                <a:spcPts val="561"/>
              </a:spcBef>
              <a:buClr>
                <a:srgbClr val="000000"/>
              </a:buClr>
              <a:buFont typeface="Arial"/>
              <a:buChar char="–"/>
            </a:pPr>
            <a:r>
              <a:rPr b="0" lang="en-US" sz="2800" spc="-1" strike="noStrike">
                <a:solidFill>
                  <a:schemeClr val="dk1"/>
                </a:solidFill>
                <a:latin typeface="Zurich BT"/>
              </a:rPr>
              <a:t>Second level</a:t>
            </a:r>
            <a:endParaRPr b="0" lang="en-US" sz="2800" spc="-1" strike="noStrike">
              <a:solidFill>
                <a:schemeClr val="dk1"/>
              </a:solidFill>
              <a:latin typeface="Zurich BT"/>
            </a:endParaRPr>
          </a:p>
          <a:p>
            <a:pPr lvl="2" marL="1143000" indent="-228600" defTabSz="914400">
              <a:lnSpc>
                <a:spcPct val="100000"/>
              </a:lnSpc>
              <a:spcBef>
                <a:spcPts val="479"/>
              </a:spcBef>
              <a:buClr>
                <a:srgbClr val="000000"/>
              </a:buClr>
              <a:buFont typeface="Arial"/>
              <a:buChar char="•"/>
            </a:pPr>
            <a:r>
              <a:rPr b="0" lang="en-US" sz="2400" spc="-1" strike="noStrike">
                <a:solidFill>
                  <a:schemeClr val="dk1"/>
                </a:solidFill>
                <a:latin typeface="Zurich BT"/>
              </a:rPr>
              <a:t>Third level</a:t>
            </a:r>
            <a:endParaRPr b="0" lang="en-US" sz="2400" spc="-1" strike="noStrike">
              <a:solidFill>
                <a:schemeClr val="dk1"/>
              </a:solidFill>
              <a:latin typeface="Zurich BT"/>
            </a:endParaRPr>
          </a:p>
          <a:p>
            <a:pPr lvl="3" marL="1600200" indent="-228600" defTabSz="914400">
              <a:lnSpc>
                <a:spcPct val="100000"/>
              </a:lnSpc>
              <a:spcBef>
                <a:spcPts val="400"/>
              </a:spcBef>
              <a:buClr>
                <a:srgbClr val="000000"/>
              </a:buClr>
              <a:buFont typeface="Arial"/>
              <a:buChar char="–"/>
            </a:pPr>
            <a:r>
              <a:rPr b="0" lang="en-US" sz="2000" spc="-1" strike="noStrike">
                <a:solidFill>
                  <a:schemeClr val="dk1"/>
                </a:solidFill>
                <a:latin typeface="Zurich BT"/>
              </a:rPr>
              <a:t>Fourth level</a:t>
            </a:r>
            <a:endParaRPr b="0" lang="en-US" sz="2000" spc="-1" strike="noStrike">
              <a:solidFill>
                <a:schemeClr val="dk1"/>
              </a:solidFill>
              <a:latin typeface="Zurich BT"/>
            </a:endParaRPr>
          </a:p>
          <a:p>
            <a:pPr lvl="4" marL="2057040" indent="-228600" defTabSz="914400">
              <a:lnSpc>
                <a:spcPct val="100000"/>
              </a:lnSpc>
              <a:spcBef>
                <a:spcPts val="400"/>
              </a:spcBef>
              <a:buClr>
                <a:srgbClr val="000000"/>
              </a:buClr>
              <a:buFont typeface="Arial"/>
              <a:buChar char="»"/>
            </a:pPr>
            <a:r>
              <a:rPr b="0" lang="en-US" sz="2000" spc="-1" strike="noStrike">
                <a:solidFill>
                  <a:schemeClr val="dk1"/>
                </a:solidFill>
                <a:latin typeface="Zurich BT"/>
              </a:rPr>
              <a:t>Fifth level</a:t>
            </a:r>
            <a:endParaRPr b="0" lang="en-US" sz="2000" spc="-1" strike="noStrike">
              <a:solidFill>
                <a:schemeClr val="dk1"/>
              </a:solidFill>
              <a:latin typeface="Zurich BT"/>
            </a:endParaRPr>
          </a:p>
        </p:txBody>
      </p:sp>
      <p:sp>
        <p:nvSpPr>
          <p:cNvPr id="24" name="PlaceHolder 3"/>
          <p:cNvSpPr>
            <a:spLocks noGrp="1"/>
          </p:cNvSpPr>
          <p:nvPr>
            <p:ph type="dt" idx="4"/>
          </p:nvPr>
        </p:nvSpPr>
        <p:spPr>
          <a:xfrm>
            <a:off x="838080" y="6356520"/>
            <a:ext cx="2742120" cy="364680"/>
          </a:xfrm>
          <a:prstGeom prst="rect">
            <a:avLst/>
          </a:prstGeom>
          <a:noFill/>
          <a:ln w="0">
            <a:noFill/>
          </a:ln>
        </p:spPr>
        <p:txBody>
          <a:bodyPr lIns="90000" rIns="90000" tIns="45000" bIns="45000" anchor="t">
            <a:noAutofit/>
          </a:bodyPr>
          <a:lstStyle>
            <a:lvl1pPr indent="0" defTabSz="914400">
              <a:lnSpc>
                <a:spcPct val="100000"/>
              </a:lnSpc>
              <a:buNone/>
              <a:defRPr b="0" lang="en-US" sz="1900" spc="-1" strike="noStrike">
                <a:solidFill>
                  <a:schemeClr val="dk1"/>
                </a:solidFill>
                <a:latin typeface="Zurich BT"/>
              </a:defRPr>
            </a:lvl1pPr>
          </a:lstStyle>
          <a:p>
            <a:pPr indent="0" defTabSz="914400">
              <a:lnSpc>
                <a:spcPct val="100000"/>
              </a:lnSpc>
              <a:buNone/>
            </a:pPr>
            <a:r>
              <a:rPr b="0" lang="en-US" sz="1900" spc="-1" strike="noStrike">
                <a:solidFill>
                  <a:schemeClr val="dk1"/>
                </a:solidFill>
                <a:latin typeface="Zurich BT"/>
              </a:rPr>
              <a:t>&lt;date/time&gt;</a:t>
            </a:r>
            <a:endParaRPr b="0" lang="en-IN" sz="1900" spc="-1" strike="noStrike">
              <a:solidFill>
                <a:srgbClr val="000000"/>
              </a:solidFill>
              <a:latin typeface="Times New Roman"/>
            </a:endParaRPr>
          </a:p>
        </p:txBody>
      </p:sp>
      <p:sp>
        <p:nvSpPr>
          <p:cNvPr id="25" name="PlaceHolder 4"/>
          <p:cNvSpPr>
            <a:spLocks noGrp="1"/>
          </p:cNvSpPr>
          <p:nvPr>
            <p:ph type="ftr" idx="5"/>
          </p:nvPr>
        </p:nvSpPr>
        <p:spPr>
          <a:xfrm>
            <a:off x="0" y="0"/>
            <a:ext cx="0" cy="0"/>
          </a:xfrm>
          <a:prstGeom prst="rect">
            <a:avLst/>
          </a:prstGeom>
          <a:noFill/>
          <a:ln w="0">
            <a:noFill/>
          </a:ln>
        </p:spPr>
        <p:txBody>
          <a:bodyPr lIns="90000" rIns="90000" tIns="-45000" bIns="-45000" anchor="t">
            <a:noAutofit/>
          </a:bodyPr>
          <a:lstStyle>
            <a:lvl1pPr indent="0" algn="ctr">
              <a:buNone/>
              <a:defRPr b="0" lang="en-IN" sz="1400" spc="-1" strike="noStrike">
                <a:solidFill>
                  <a:srgbClr val="000000"/>
                </a:solidFill>
                <a:latin typeface="Times New Roman"/>
              </a:defRPr>
            </a:lvl1pPr>
          </a:lstStyle>
          <a:p>
            <a:pPr indent="0" algn="ctr">
              <a:buNone/>
            </a:pPr>
            <a:r>
              <a:rPr b="0" lang="en-IN" sz="1400" spc="-1" strike="noStrike">
                <a:solidFill>
                  <a:srgbClr val="000000"/>
                </a:solidFill>
                <a:latin typeface="Times New Roman"/>
              </a:rPr>
              <a:t>&lt;footer&gt;</a:t>
            </a:r>
            <a:endParaRPr b="0" lang="en-IN" sz="1400" spc="-1" strike="noStrike">
              <a:solidFill>
                <a:srgbClr val="000000"/>
              </a:solidFill>
              <a:latin typeface="Times New Roman"/>
            </a:endParaRPr>
          </a:p>
        </p:txBody>
      </p:sp>
      <p:sp>
        <p:nvSpPr>
          <p:cNvPr id="26" name="PlaceHolder 5"/>
          <p:cNvSpPr>
            <a:spLocks noGrp="1"/>
          </p:cNvSpPr>
          <p:nvPr>
            <p:ph type="sldNum" idx="6"/>
          </p:nvPr>
        </p:nvSpPr>
        <p:spPr>
          <a:xfrm>
            <a:off x="0" y="0"/>
            <a:ext cx="0" cy="0"/>
          </a:xfrm>
          <a:prstGeom prst="rect">
            <a:avLst/>
          </a:prstGeom>
          <a:noFill/>
          <a:ln w="0">
            <a:noFill/>
          </a:ln>
        </p:spPr>
        <p:txBody>
          <a:bodyPr lIns="90000" rIns="90000" tIns="-45000" bIns="-45000" anchor="t">
            <a:noAutofit/>
          </a:bodyPr>
          <a:lstStyle>
            <a:lvl1pPr indent="0" defTabSz="914400">
              <a:lnSpc>
                <a:spcPct val="100000"/>
              </a:lnSpc>
              <a:buNone/>
              <a:defRPr b="0" lang="en-US" sz="1900" spc="-1" strike="noStrike">
                <a:solidFill>
                  <a:schemeClr val="dk1"/>
                </a:solidFill>
                <a:latin typeface="Zurich BT"/>
              </a:defRPr>
            </a:lvl1pPr>
          </a:lstStyle>
          <a:p>
            <a:pPr indent="0" defTabSz="914400">
              <a:lnSpc>
                <a:spcPct val="100000"/>
              </a:lnSpc>
              <a:buNone/>
            </a:pPr>
            <a:fld id="{8771645D-6E41-434E-BB93-ED287E3F7269}" type="slidenum">
              <a:rPr b="0" lang="en-US" sz="1900" spc="-1" strike="noStrike">
                <a:solidFill>
                  <a:schemeClr val="dk1"/>
                </a:solidFill>
                <a:latin typeface="Zurich BT"/>
              </a:rPr>
              <a:t>&lt;number&gt;</a:t>
            </a:fld>
            <a:endParaRPr b="0" lang="en-IN" sz="19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57" r:id="rId4"/>
  </p:sldLayoutIdLst>
</p:sldMaster>
</file>

<file path=ppt/slideMasters/slideMaster6.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pic>
        <p:nvPicPr>
          <p:cNvPr id="29" name="Picture 2" descr=""/>
          <p:cNvPicPr/>
          <p:nvPr/>
        </p:nvPicPr>
        <p:blipFill>
          <a:blip r:embed="rId2"/>
          <a:stretch/>
        </p:blipFill>
        <p:spPr>
          <a:xfrm>
            <a:off x="-35640" y="0"/>
            <a:ext cx="12232440" cy="6882120"/>
          </a:xfrm>
          <a:prstGeom prst="rect">
            <a:avLst/>
          </a:prstGeom>
          <a:ln w="0">
            <a:noFill/>
          </a:ln>
        </p:spPr>
      </p:pic>
      <p:pic>
        <p:nvPicPr>
          <p:cNvPr id="30" name="Picture 8" descr="logo ICICI.png"/>
          <p:cNvPicPr/>
          <p:nvPr/>
        </p:nvPicPr>
        <p:blipFill>
          <a:blip r:embed="rId3"/>
          <a:stretch/>
        </p:blipFill>
        <p:spPr>
          <a:xfrm>
            <a:off x="8737560" y="685800"/>
            <a:ext cx="2890800" cy="990720"/>
          </a:xfrm>
          <a:prstGeom prst="rect">
            <a:avLst/>
          </a:prstGeom>
          <a:ln w="0">
            <a:noFill/>
          </a:ln>
        </p:spPr>
      </p:pic>
      <p:sp>
        <p:nvSpPr>
          <p:cNvPr id="31" name="PlaceHolder 1"/>
          <p:cNvSpPr>
            <a:spLocks noGrp="1"/>
          </p:cNvSpPr>
          <p:nvPr>
            <p:ph type="title"/>
          </p:nvPr>
        </p:nvSpPr>
        <p:spPr>
          <a:xfrm>
            <a:off x="1523520" y="1122480"/>
            <a:ext cx="9141120" cy="2387160"/>
          </a:xfrm>
          <a:prstGeom prst="rect">
            <a:avLst/>
          </a:prstGeom>
          <a:noFill/>
          <a:ln w="0">
            <a:noFill/>
          </a:ln>
        </p:spPr>
        <p:txBody>
          <a:bodyPr lIns="90000" rIns="90000" tIns="45000" bIns="45000" anchor="b">
            <a:noAutofit/>
          </a:bodyPr>
          <a:p>
            <a:pPr indent="0" algn="ctr" defTabSz="914400">
              <a:lnSpc>
                <a:spcPct val="100000"/>
              </a:lnSpc>
              <a:buNone/>
            </a:pPr>
            <a:r>
              <a:rPr b="0" lang="en-US" sz="6000" spc="-1" strike="noStrike">
                <a:solidFill>
                  <a:schemeClr val="dk1"/>
                </a:solidFill>
                <a:latin typeface="Zurich BT"/>
              </a:rPr>
              <a:t>Click to edit Master title style</a:t>
            </a:r>
            <a:endParaRPr b="0" lang="en-US" sz="6000" spc="-1" strike="noStrike">
              <a:solidFill>
                <a:schemeClr val="dk1"/>
              </a:solidFill>
              <a:latin typeface="Zurich BT"/>
            </a:endParaRPr>
          </a:p>
        </p:txBody>
      </p:sp>
      <p:sp>
        <p:nvSpPr>
          <p:cNvPr id="32" name="PlaceHolder 2"/>
          <p:cNvSpPr>
            <a:spLocks noGrp="1"/>
          </p:cNvSpPr>
          <p:nvPr>
            <p:ph type="dt" idx="7"/>
          </p:nvPr>
        </p:nvSpPr>
        <p:spPr>
          <a:xfrm>
            <a:off x="838080" y="6356520"/>
            <a:ext cx="2742120" cy="364680"/>
          </a:xfrm>
          <a:prstGeom prst="rect">
            <a:avLst/>
          </a:prstGeom>
          <a:noFill/>
          <a:ln w="0">
            <a:noFill/>
          </a:ln>
        </p:spPr>
        <p:txBody>
          <a:bodyPr lIns="90000" rIns="90000" tIns="45000" bIns="45000" anchor="t">
            <a:noAutofit/>
          </a:bodyPr>
          <a:lstStyle>
            <a:lvl1pPr indent="0" defTabSz="914400">
              <a:lnSpc>
                <a:spcPct val="100000"/>
              </a:lnSpc>
              <a:buNone/>
              <a:defRPr b="0" lang="en-US" sz="1900" spc="-1" strike="noStrike">
                <a:solidFill>
                  <a:schemeClr val="dk1"/>
                </a:solidFill>
                <a:latin typeface="Zurich BT"/>
              </a:defRPr>
            </a:lvl1pPr>
          </a:lstStyle>
          <a:p>
            <a:pPr indent="0" defTabSz="914400">
              <a:lnSpc>
                <a:spcPct val="100000"/>
              </a:lnSpc>
              <a:buNone/>
            </a:pPr>
            <a:r>
              <a:rPr b="0" lang="en-US" sz="1900" spc="-1" strike="noStrike">
                <a:solidFill>
                  <a:schemeClr val="dk1"/>
                </a:solidFill>
                <a:latin typeface="Zurich BT"/>
              </a:rPr>
              <a:t>&lt;date/time&gt;</a:t>
            </a:r>
            <a:endParaRPr b="0" lang="en-IN" sz="1900" spc="-1" strike="noStrike">
              <a:solidFill>
                <a:srgbClr val="000000"/>
              </a:solidFill>
              <a:latin typeface="Times New Roman"/>
            </a:endParaRPr>
          </a:p>
        </p:txBody>
      </p:sp>
      <p:sp>
        <p:nvSpPr>
          <p:cNvPr id="33" name="PlaceHolder 3"/>
          <p:cNvSpPr>
            <a:spLocks noGrp="1"/>
          </p:cNvSpPr>
          <p:nvPr>
            <p:ph type="ftr" idx="8"/>
          </p:nvPr>
        </p:nvSpPr>
        <p:spPr>
          <a:xfrm>
            <a:off x="0" y="0"/>
            <a:ext cx="0" cy="0"/>
          </a:xfrm>
          <a:prstGeom prst="rect">
            <a:avLst/>
          </a:prstGeom>
          <a:noFill/>
          <a:ln w="0">
            <a:noFill/>
          </a:ln>
        </p:spPr>
        <p:txBody>
          <a:bodyPr lIns="90000" rIns="90000" tIns="-45000" bIns="-45000" anchor="t">
            <a:noAutofit/>
          </a:bodyPr>
          <a:lstStyle>
            <a:lvl1pPr indent="0" algn="ctr">
              <a:buNone/>
              <a:defRPr b="0" lang="en-IN" sz="1400" spc="-1" strike="noStrike">
                <a:solidFill>
                  <a:srgbClr val="000000"/>
                </a:solidFill>
                <a:latin typeface="Times New Roman"/>
              </a:defRPr>
            </a:lvl1pPr>
          </a:lstStyle>
          <a:p>
            <a:pPr indent="0" algn="ctr">
              <a:buNone/>
            </a:pPr>
            <a:r>
              <a:rPr b="0" lang="en-IN" sz="1400" spc="-1" strike="noStrike">
                <a:solidFill>
                  <a:srgbClr val="000000"/>
                </a:solidFill>
                <a:latin typeface="Times New Roman"/>
              </a:rPr>
              <a:t>&lt;footer&gt;</a:t>
            </a:r>
            <a:endParaRPr b="0" lang="en-IN" sz="1400" spc="-1" strike="noStrike">
              <a:solidFill>
                <a:srgbClr val="000000"/>
              </a:solidFill>
              <a:latin typeface="Times New Roman"/>
            </a:endParaRPr>
          </a:p>
        </p:txBody>
      </p:sp>
      <p:sp>
        <p:nvSpPr>
          <p:cNvPr id="34" name="PlaceHolder 4"/>
          <p:cNvSpPr>
            <a:spLocks noGrp="1"/>
          </p:cNvSpPr>
          <p:nvPr>
            <p:ph type="sldNum" idx="9"/>
          </p:nvPr>
        </p:nvSpPr>
        <p:spPr>
          <a:xfrm>
            <a:off x="0" y="0"/>
            <a:ext cx="0" cy="0"/>
          </a:xfrm>
          <a:prstGeom prst="rect">
            <a:avLst/>
          </a:prstGeom>
          <a:noFill/>
          <a:ln w="0">
            <a:noFill/>
          </a:ln>
        </p:spPr>
        <p:txBody>
          <a:bodyPr lIns="90000" rIns="90000" tIns="-45000" bIns="-45000" anchor="t">
            <a:noAutofit/>
          </a:bodyPr>
          <a:lstStyle>
            <a:lvl1pPr indent="0" defTabSz="914400">
              <a:lnSpc>
                <a:spcPct val="100000"/>
              </a:lnSpc>
              <a:buNone/>
              <a:defRPr b="0" lang="en-US" sz="1900" spc="-1" strike="noStrike">
                <a:solidFill>
                  <a:schemeClr val="dk1"/>
                </a:solidFill>
                <a:latin typeface="Zurich BT"/>
              </a:defRPr>
            </a:lvl1pPr>
          </a:lstStyle>
          <a:p>
            <a:pPr indent="0" defTabSz="914400">
              <a:lnSpc>
                <a:spcPct val="100000"/>
              </a:lnSpc>
              <a:buNone/>
            </a:pPr>
            <a:fld id="{910B90F8-071C-4B3B-9D7A-1276B57E0AF9}" type="slidenum">
              <a:rPr b="0" lang="en-US" sz="1900" spc="-1" strike="noStrike">
                <a:solidFill>
                  <a:schemeClr val="dk1"/>
                </a:solidFill>
                <a:latin typeface="Zurich BT"/>
              </a:rPr>
              <a:t>&lt;number&gt;</a:t>
            </a:fld>
            <a:endParaRPr b="0" lang="en-IN" sz="19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59" r:id="rId4"/>
  </p:sldLayoutIdLst>
</p:sldMaster>
</file>

<file path=ppt/slideMasters/slideMaster7.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accent1"/>
        </a:solidFill>
      </p:bgPr>
    </p:bg>
    <p:spTree>
      <p:nvGrpSpPr>
        <p:cNvPr id="1" name=""/>
        <p:cNvGrpSpPr/>
        <p:nvPr/>
      </p:nvGrpSpPr>
      <p:grpSpPr>
        <a:xfrm>
          <a:off x="0" y="0"/>
          <a:ext cx="0" cy="0"/>
          <a:chOff x="0" y="0"/>
          <a:chExt cx="0" cy="0"/>
        </a:xfrm>
      </p:grpSpPr>
      <p:sp>
        <p:nvSpPr>
          <p:cNvPr id="37" name="PlaceHolder 1"/>
          <p:cNvSpPr>
            <a:spLocks noGrp="1"/>
          </p:cNvSpPr>
          <p:nvPr>
            <p:ph type="body"/>
          </p:nvPr>
        </p:nvSpPr>
        <p:spPr>
          <a:xfrm>
            <a:off x="6018120" y="2775240"/>
            <a:ext cx="5945040" cy="4118040"/>
          </a:xfrm>
          <a:prstGeom prst="rect">
            <a:avLst/>
          </a:prstGeom>
          <a:noFill/>
          <a:ln w="0">
            <a:noFill/>
          </a:ln>
        </p:spPr>
        <p:txBody>
          <a:bodyPr lIns="91440" rIns="91440" tIns="45720" bIns="45720" anchor="ctr" anchorCtr="1">
            <a:noAutofit/>
          </a:bodyPr>
          <a:p>
            <a:pPr indent="0" defTabSz="914400">
              <a:lnSpc>
                <a:spcPct val="100000"/>
              </a:lnSpc>
              <a:buNone/>
              <a:tabLst>
                <a:tab algn="l" pos="0"/>
              </a:tabLst>
            </a:pPr>
            <a:r>
              <a:rPr b="0" lang="en-US" sz="2400" spc="-1" strike="noStrike">
                <a:solidFill>
                  <a:schemeClr val="dk2"/>
                </a:solidFill>
                <a:latin typeface="Zurich BT Roman"/>
              </a:rPr>
              <a:t>Picture</a:t>
            </a:r>
            <a:endParaRPr b="0" lang="en-US" sz="2400" spc="-1" strike="noStrike">
              <a:solidFill>
                <a:schemeClr val="dk1"/>
              </a:solidFill>
              <a:latin typeface="Zurich BT"/>
            </a:endParaRPr>
          </a:p>
        </p:txBody>
      </p:sp>
      <p:sp>
        <p:nvSpPr>
          <p:cNvPr id="38" name="PlaceHolder 2"/>
          <p:cNvSpPr>
            <a:spLocks noGrp="1"/>
          </p:cNvSpPr>
          <p:nvPr>
            <p:ph type="body"/>
          </p:nvPr>
        </p:nvSpPr>
        <p:spPr>
          <a:xfrm>
            <a:off x="203040" y="237240"/>
            <a:ext cx="11683800" cy="753120"/>
          </a:xfrm>
          <a:prstGeom prst="rect">
            <a:avLst/>
          </a:prstGeom>
          <a:noFill/>
          <a:ln w="0">
            <a:noFill/>
          </a:ln>
        </p:spPr>
        <p:txBody>
          <a:bodyPr lIns="91440" rIns="91440" tIns="45720" bIns="45720" anchor="t">
            <a:noAutofit/>
          </a:bodyPr>
          <a:p>
            <a:pPr indent="0" defTabSz="914400">
              <a:lnSpc>
                <a:spcPct val="90000"/>
              </a:lnSpc>
              <a:spcBef>
                <a:spcPts val="1001"/>
              </a:spcBef>
              <a:buNone/>
              <a:tabLst>
                <a:tab algn="l" pos="0"/>
              </a:tabLst>
            </a:pPr>
            <a:r>
              <a:rPr b="1" lang="en-US" sz="3200" spc="-1" strike="noStrike">
                <a:solidFill>
                  <a:schemeClr val="lt1"/>
                </a:solidFill>
                <a:latin typeface="Zurich BT"/>
              </a:rPr>
              <a:t>Heading</a:t>
            </a:r>
            <a:endParaRPr b="0" lang="en-US" sz="3200" spc="-1" strike="noStrike">
              <a:solidFill>
                <a:schemeClr val="dk1"/>
              </a:solidFill>
              <a:latin typeface="Zurich BT"/>
            </a:endParaRPr>
          </a:p>
        </p:txBody>
      </p:sp>
      <p:sp>
        <p:nvSpPr>
          <p:cNvPr id="39" name="PlaceHolder 3"/>
          <p:cNvSpPr>
            <a:spLocks noGrp="1"/>
          </p:cNvSpPr>
          <p:nvPr>
            <p:ph type="body"/>
          </p:nvPr>
        </p:nvSpPr>
        <p:spPr>
          <a:xfrm>
            <a:off x="201240" y="1219320"/>
            <a:ext cx="5816520" cy="4266720"/>
          </a:xfrm>
          <a:prstGeom prst="rect">
            <a:avLst/>
          </a:prstGeom>
          <a:noFill/>
          <a:ln w="0">
            <a:noFill/>
          </a:ln>
        </p:spPr>
        <p:txBody>
          <a:bodyPr lIns="91440" rIns="91440" tIns="45720" bIns="45720" anchor="t">
            <a:noAutofit/>
          </a:bodyPr>
          <a:p>
            <a:pPr marL="342720" indent="-342720" defTabSz="914400">
              <a:lnSpc>
                <a:spcPct val="90000"/>
              </a:lnSpc>
              <a:spcBef>
                <a:spcPts val="1001"/>
              </a:spcBef>
              <a:buClr>
                <a:srgbClr val="053c6d"/>
              </a:buClr>
              <a:buFont typeface="Arial"/>
              <a:buChar char="•"/>
            </a:pPr>
            <a:r>
              <a:rPr b="1" lang="en-US" sz="2400" spc="-1" strike="noStrike">
                <a:solidFill>
                  <a:schemeClr val="accent3"/>
                </a:solidFill>
                <a:latin typeface="Zurich BT"/>
              </a:rPr>
              <a:t>Text 1</a:t>
            </a:r>
            <a:endParaRPr b="0" lang="en-US" sz="2400" spc="-1" strike="noStrike">
              <a:solidFill>
                <a:schemeClr val="dk1"/>
              </a:solidFill>
              <a:latin typeface="Zurich BT"/>
            </a:endParaRPr>
          </a:p>
          <a:p>
            <a:pPr marL="342720" indent="-342720" defTabSz="914400">
              <a:lnSpc>
                <a:spcPct val="90000"/>
              </a:lnSpc>
              <a:spcBef>
                <a:spcPts val="1001"/>
              </a:spcBef>
              <a:buClr>
                <a:srgbClr val="053c6d"/>
              </a:buClr>
              <a:buFont typeface="Arial"/>
              <a:buChar char="•"/>
            </a:pPr>
            <a:r>
              <a:rPr b="1" lang="en-US" sz="2400" spc="-1" strike="noStrike">
                <a:solidFill>
                  <a:schemeClr val="accent3"/>
                </a:solidFill>
                <a:latin typeface="Zurich BT"/>
              </a:rPr>
              <a:t>Text 2</a:t>
            </a:r>
            <a:endParaRPr b="0" lang="en-US" sz="2400" spc="-1" strike="noStrike">
              <a:solidFill>
                <a:schemeClr val="dk1"/>
              </a:solidFill>
              <a:latin typeface="Zurich BT"/>
            </a:endParaRPr>
          </a:p>
        </p:txBody>
      </p:sp>
    </p:spTree>
  </p:cSld>
  <p:clrMap bg1="lt1" bg2="lt2" tx1="dk1" tx2="dk2" accent1="accent1" accent2="accent2" accent3="accent3" accent4="accent4" accent5="accent5" accent6="accent6" hlink="hlink" folHlink="folHlink"/>
  <p:sldLayoutIdLst>
    <p:sldLayoutId id="2147483661" r:id="rId2"/>
  </p:sldLayoutIdLst>
</p:sldMaster>
</file>

<file path=ppt/slideMasters/slideMaster8.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pic>
        <p:nvPicPr>
          <p:cNvPr id="40" name="Picture 1" descr=""/>
          <p:cNvPicPr/>
          <p:nvPr/>
        </p:nvPicPr>
        <p:blipFill>
          <a:blip r:embed="rId2"/>
          <a:stretch/>
        </p:blipFill>
        <p:spPr>
          <a:xfrm>
            <a:off x="379440" y="5943600"/>
            <a:ext cx="718200" cy="761760"/>
          </a:xfrm>
          <a:prstGeom prst="rect">
            <a:avLst/>
          </a:prstGeom>
          <a:ln w="0">
            <a:noFill/>
          </a:ln>
        </p:spPr>
      </p:pic>
      <p:sp>
        <p:nvSpPr>
          <p:cNvPr id="41" name="PlaceHolder 1"/>
          <p:cNvSpPr>
            <a:spLocks noGrp="1"/>
          </p:cNvSpPr>
          <p:nvPr>
            <p:ph type="body"/>
          </p:nvPr>
        </p:nvSpPr>
        <p:spPr>
          <a:xfrm>
            <a:off x="203040" y="237240"/>
            <a:ext cx="11683800" cy="753120"/>
          </a:xfrm>
          <a:prstGeom prst="rect">
            <a:avLst/>
          </a:prstGeom>
          <a:noFill/>
          <a:ln w="0">
            <a:noFill/>
          </a:ln>
        </p:spPr>
        <p:txBody>
          <a:bodyPr lIns="91440" rIns="91440" tIns="45720" bIns="45720" anchor="t">
            <a:noAutofit/>
          </a:bodyPr>
          <a:p>
            <a:pPr indent="0" defTabSz="914400">
              <a:lnSpc>
                <a:spcPct val="100000"/>
              </a:lnSpc>
              <a:spcBef>
                <a:spcPts val="641"/>
              </a:spcBef>
              <a:buNone/>
              <a:tabLst>
                <a:tab algn="l" pos="0"/>
              </a:tabLst>
            </a:pPr>
            <a:r>
              <a:rPr b="1" lang="en-US" sz="3200" spc="-1" strike="noStrike">
                <a:solidFill>
                  <a:srgbClr val="97281d"/>
                </a:solidFill>
                <a:latin typeface="Zurich BT"/>
              </a:rPr>
              <a:t>Heading</a:t>
            </a:r>
            <a:endParaRPr b="0" lang="en-US" sz="3200" spc="-1" strike="noStrike">
              <a:solidFill>
                <a:schemeClr val="dk1"/>
              </a:solidFill>
              <a:latin typeface="Zurich BT"/>
            </a:endParaRPr>
          </a:p>
        </p:txBody>
      </p:sp>
      <p:sp>
        <p:nvSpPr>
          <p:cNvPr id="42" name="PlaceHolder 2"/>
          <p:cNvSpPr>
            <a:spLocks noGrp="1"/>
          </p:cNvSpPr>
          <p:nvPr>
            <p:ph type="ftr" idx="10"/>
          </p:nvPr>
        </p:nvSpPr>
        <p:spPr>
          <a:xfrm>
            <a:off x="1214640" y="6422400"/>
            <a:ext cx="3860280" cy="365760"/>
          </a:xfrm>
          <a:prstGeom prst="rect">
            <a:avLst/>
          </a:prstGeom>
          <a:noFill/>
          <a:ln w="0">
            <a:noFill/>
          </a:ln>
        </p:spPr>
        <p:txBody>
          <a:bodyPr lIns="91440" rIns="91440" tIns="45720" bIns="45720" anchor="t">
            <a:noAutofit/>
          </a:bodyPr>
          <a:lstStyle>
            <a:lvl1pPr indent="0" algn="ctr">
              <a:buNone/>
              <a:defRPr b="0" lang="en-IN" sz="1400" spc="-1" strike="noStrike">
                <a:solidFill>
                  <a:srgbClr val="000000"/>
                </a:solidFill>
                <a:latin typeface="Times New Roman"/>
              </a:defRPr>
            </a:lvl1pPr>
          </a:lstStyle>
          <a:p>
            <a:pPr indent="0" algn="ctr">
              <a:buNone/>
            </a:pPr>
            <a:r>
              <a:rPr b="0" lang="en-IN" sz="1400" spc="-1" strike="noStrike">
                <a:solidFill>
                  <a:srgbClr val="000000"/>
                </a:solidFill>
                <a:latin typeface="Times New Roman"/>
              </a:rPr>
              <a:t>&lt;footer&gt;</a:t>
            </a:r>
            <a:endParaRPr b="0" lang="en-IN" sz="1400" spc="-1" strike="noStrike">
              <a:solidFill>
                <a:srgbClr val="000000"/>
              </a:solidFill>
              <a:latin typeface="Times New Roman"/>
            </a:endParaRPr>
          </a:p>
        </p:txBody>
      </p:sp>
      <p:sp>
        <p:nvSpPr>
          <p:cNvPr id="43" name="PlaceHolder 3"/>
          <p:cNvSpPr>
            <a:spLocks noGrp="1"/>
          </p:cNvSpPr>
          <p:nvPr>
            <p:ph type="body"/>
          </p:nvPr>
        </p:nvSpPr>
        <p:spPr>
          <a:xfrm>
            <a:off x="201240" y="1219320"/>
            <a:ext cx="11683080" cy="609120"/>
          </a:xfrm>
          <a:prstGeom prst="rect">
            <a:avLst/>
          </a:prstGeom>
          <a:noFill/>
          <a:ln w="0">
            <a:noFill/>
          </a:ln>
        </p:spPr>
        <p:txBody>
          <a:bodyPr lIns="91440" rIns="91440" tIns="45720" bIns="45720" anchor="t">
            <a:noAutofit/>
          </a:bodyPr>
          <a:p>
            <a:pPr indent="0" defTabSz="914400">
              <a:lnSpc>
                <a:spcPct val="100000"/>
              </a:lnSpc>
              <a:spcBef>
                <a:spcPts val="479"/>
              </a:spcBef>
              <a:buNone/>
              <a:tabLst>
                <a:tab algn="l" pos="0"/>
              </a:tabLst>
            </a:pPr>
            <a:r>
              <a:rPr b="1" lang="en-US" sz="2400" spc="-1" strike="noStrike">
                <a:solidFill>
                  <a:srgbClr val="1f497d"/>
                </a:solidFill>
                <a:latin typeface="Zurich BT"/>
              </a:rPr>
              <a:t>Sub Text</a:t>
            </a:r>
            <a:endParaRPr b="0" lang="en-US" sz="2400" spc="-1" strike="noStrike">
              <a:solidFill>
                <a:schemeClr val="dk1"/>
              </a:solidFill>
              <a:latin typeface="Zurich BT"/>
            </a:endParaRPr>
          </a:p>
        </p:txBody>
      </p:sp>
      <p:sp>
        <p:nvSpPr>
          <p:cNvPr id="44" name="PlaceHolder 4"/>
          <p:cNvSpPr>
            <a:spLocks noGrp="1"/>
          </p:cNvSpPr>
          <p:nvPr>
            <p:ph type="body"/>
          </p:nvPr>
        </p:nvSpPr>
        <p:spPr>
          <a:xfrm>
            <a:off x="201240" y="1828800"/>
            <a:ext cx="11684160" cy="3962160"/>
          </a:xfrm>
          <a:prstGeom prst="rect">
            <a:avLst/>
          </a:prstGeom>
          <a:noFill/>
          <a:ln w="0">
            <a:noFill/>
          </a:ln>
        </p:spPr>
        <p:txBody>
          <a:bodyPr lIns="91440" rIns="91440" tIns="45720" bIns="45720" anchor="t">
            <a:noAutofit/>
          </a:bodyPr>
          <a:p>
            <a:pPr marL="342720" indent="-342720" defTabSz="914400">
              <a:lnSpc>
                <a:spcPct val="100000"/>
              </a:lnSpc>
              <a:spcBef>
                <a:spcPts val="479"/>
              </a:spcBef>
              <a:buClr>
                <a:srgbClr val="053c6d"/>
              </a:buClr>
              <a:buFont typeface="Arial"/>
              <a:buChar char="•"/>
            </a:pPr>
            <a:r>
              <a:rPr b="0" lang="en-US" sz="2400" spc="-1" strike="noStrike">
                <a:solidFill>
                  <a:schemeClr val="accent3"/>
                </a:solidFill>
                <a:latin typeface="Zurich BT"/>
              </a:rPr>
              <a:t>Text 1</a:t>
            </a:r>
            <a:endParaRPr b="0" lang="en-US" sz="2400" spc="-1" strike="noStrike">
              <a:solidFill>
                <a:schemeClr val="dk1"/>
              </a:solidFill>
              <a:latin typeface="Zurich BT"/>
            </a:endParaRPr>
          </a:p>
          <a:p>
            <a:pPr marL="342720" indent="-342720" defTabSz="914400">
              <a:lnSpc>
                <a:spcPct val="100000"/>
              </a:lnSpc>
              <a:spcBef>
                <a:spcPts val="479"/>
              </a:spcBef>
              <a:buClr>
                <a:srgbClr val="053c6d"/>
              </a:buClr>
              <a:buFont typeface="Arial"/>
              <a:buChar char="•"/>
            </a:pPr>
            <a:r>
              <a:rPr b="0" lang="en-US" sz="2400" spc="-1" strike="noStrike">
                <a:solidFill>
                  <a:schemeClr val="accent3"/>
                </a:solidFill>
                <a:latin typeface="Zurich BT"/>
              </a:rPr>
              <a:t>Text 2</a:t>
            </a:r>
            <a:endParaRPr b="0" lang="en-US" sz="2400" spc="-1" strike="noStrike">
              <a:solidFill>
                <a:schemeClr val="dk1"/>
              </a:solidFill>
              <a:latin typeface="Zurich BT"/>
            </a:endParaRPr>
          </a:p>
          <a:p>
            <a:pPr lvl="1" marL="687240" indent="-342720" defTabSz="914400">
              <a:lnSpc>
                <a:spcPct val="100000"/>
              </a:lnSpc>
              <a:spcBef>
                <a:spcPts val="439"/>
              </a:spcBef>
              <a:buClr>
                <a:srgbClr val="053c6d"/>
              </a:buClr>
              <a:buFont typeface="Arial"/>
              <a:buChar char="•"/>
              <a:tabLst>
                <a:tab algn="l" pos="687240"/>
              </a:tabLst>
            </a:pPr>
            <a:r>
              <a:rPr b="0" lang="en-US" sz="2200" spc="-1" strike="noStrike">
                <a:solidFill>
                  <a:schemeClr val="accent3"/>
                </a:solidFill>
                <a:latin typeface="Zurich BT"/>
              </a:rPr>
              <a:t>Second level 1</a:t>
            </a:r>
            <a:endParaRPr b="0" lang="en-US" sz="2200" spc="-1" strike="noStrike">
              <a:solidFill>
                <a:schemeClr val="dk1"/>
              </a:solidFill>
              <a:latin typeface="Zurich BT"/>
            </a:endParaRPr>
          </a:p>
          <a:p>
            <a:pPr lvl="1" marL="687240" indent="-342720" defTabSz="914400">
              <a:lnSpc>
                <a:spcPct val="100000"/>
              </a:lnSpc>
              <a:spcBef>
                <a:spcPts val="439"/>
              </a:spcBef>
              <a:buClr>
                <a:srgbClr val="053c6d"/>
              </a:buClr>
              <a:buFont typeface="Arial"/>
              <a:buChar char="•"/>
              <a:tabLst>
                <a:tab algn="l" pos="687240"/>
              </a:tabLst>
            </a:pPr>
            <a:r>
              <a:rPr b="0" lang="en-US" sz="2200" spc="-1" strike="noStrike">
                <a:solidFill>
                  <a:schemeClr val="accent3"/>
                </a:solidFill>
                <a:latin typeface="Zurich BT"/>
              </a:rPr>
              <a:t>Second level 2</a:t>
            </a:r>
            <a:endParaRPr b="0" lang="en-US" sz="2200" spc="-1" strike="noStrike">
              <a:solidFill>
                <a:schemeClr val="dk1"/>
              </a:solidFill>
              <a:latin typeface="Zurich BT"/>
            </a:endParaRPr>
          </a:p>
        </p:txBody>
      </p:sp>
      <p:sp>
        <p:nvSpPr>
          <p:cNvPr id="45" name="PlaceHolder 5"/>
          <p:cNvSpPr>
            <a:spLocks noGrp="1"/>
          </p:cNvSpPr>
          <p:nvPr>
            <p:ph type="sldNum" idx="11"/>
          </p:nvPr>
        </p:nvSpPr>
        <p:spPr>
          <a:xfrm>
            <a:off x="11199960" y="6415560"/>
            <a:ext cx="609120" cy="365760"/>
          </a:xfrm>
          <a:prstGeom prst="rect">
            <a:avLst/>
          </a:prstGeom>
          <a:noFill/>
          <a:ln w="0">
            <a:noFill/>
          </a:ln>
        </p:spPr>
        <p:txBody>
          <a:bodyPr lIns="91440" rIns="91440" tIns="45720" bIns="45720" anchor="ctr">
            <a:noAutofit/>
          </a:bodyPr>
          <a:lstStyle>
            <a:lvl1pPr indent="0" algn="r" defTabSz="914400">
              <a:lnSpc>
                <a:spcPct val="100000"/>
              </a:lnSpc>
              <a:buNone/>
              <a:defRPr b="0" lang="en-US" sz="1200" spc="-1" strike="noStrike">
                <a:solidFill>
                  <a:srgbClr val="1f497d"/>
                </a:solidFill>
                <a:latin typeface="Zurich Lt BT"/>
              </a:defRPr>
            </a:lvl1pPr>
          </a:lstStyle>
          <a:p>
            <a:pPr indent="0" algn="r" defTabSz="914400">
              <a:lnSpc>
                <a:spcPct val="100000"/>
              </a:lnSpc>
              <a:buNone/>
            </a:pPr>
            <a:fld id="{5D01FBB0-0106-4CE4-9AC3-C46AFEDDDDF3}" type="slidenum">
              <a:rPr b="0" lang="en-US" sz="1200" spc="-1" strike="noStrike">
                <a:solidFill>
                  <a:srgbClr val="1f497d"/>
                </a:solidFill>
                <a:latin typeface="Zurich Lt BT"/>
              </a:rPr>
              <a:t>&lt;number&gt;</a:t>
            </a:fld>
            <a:endParaRPr b="0" lang="en-IN" sz="1200" spc="-1" strike="noStrike">
              <a:solidFill>
                <a:srgbClr val="000000"/>
              </a:solidFill>
              <a:latin typeface="Times New Roman"/>
            </a:endParaRPr>
          </a:p>
        </p:txBody>
      </p:sp>
      <p:sp>
        <p:nvSpPr>
          <p:cNvPr id="46" name="PlaceHolder 6"/>
          <p:cNvSpPr>
            <a:spLocks noGrp="1"/>
          </p:cNvSpPr>
          <p:nvPr>
            <p:ph type="title"/>
          </p:nvPr>
        </p:nvSpPr>
        <p:spPr>
          <a:xfrm>
            <a:off x="609120" y="273600"/>
            <a:ext cx="10969560" cy="1144800"/>
          </a:xfrm>
          <a:prstGeom prst="rect">
            <a:avLst/>
          </a:prstGeom>
          <a:noFill/>
          <a:ln w="0">
            <a:noFill/>
          </a:ln>
        </p:spPr>
        <p:txBody>
          <a:bodyPr lIns="0" rIns="0" tIns="0" bIns="0" anchor="ctr">
            <a:noAutofit/>
          </a:bodyPr>
          <a:p>
            <a:pPr indent="0">
              <a:buNone/>
            </a:pPr>
            <a:r>
              <a:rPr b="0" lang="en-US" sz="1900" spc="-1" strike="noStrike">
                <a:solidFill>
                  <a:schemeClr val="dk1"/>
                </a:solidFill>
                <a:latin typeface="Zurich BT"/>
              </a:rPr>
              <a:t>Click to edit the title text format</a:t>
            </a:r>
            <a:endParaRPr b="0" lang="en-US" sz="1900" spc="-1" strike="noStrike">
              <a:solidFill>
                <a:schemeClr val="dk1"/>
              </a:solidFill>
              <a:latin typeface="Zurich BT"/>
            </a:endParaRPr>
          </a:p>
        </p:txBody>
      </p:sp>
    </p:spTree>
  </p:cSld>
  <p:clrMap bg1="lt1" bg2="lt2" tx1="dk1" tx2="dk2" accent1="accent1" accent2="accent2" accent3="accent3" accent4="accent4" accent5="accent5" accent6="accent6" hlink="hlink" folHlink="folHlink"/>
  <p:sldLayoutIdLst>
    <p:sldLayoutId id="2147483663" r:id="rId3"/>
  </p:sldLayoutIdLst>
</p:sldMaster>
</file>

<file path=ppt/slideMasters/slideMaster9.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pic>
        <p:nvPicPr>
          <p:cNvPr id="47" name="Picture 8" descr=""/>
          <p:cNvPicPr/>
          <p:nvPr/>
        </p:nvPicPr>
        <p:blipFill>
          <a:blip r:embed="rId2"/>
          <a:stretch/>
        </p:blipFill>
        <p:spPr>
          <a:xfrm>
            <a:off x="379440" y="5943600"/>
            <a:ext cx="718200" cy="761760"/>
          </a:xfrm>
          <a:prstGeom prst="rect">
            <a:avLst/>
          </a:prstGeom>
          <a:ln w="0">
            <a:noFill/>
          </a:ln>
        </p:spPr>
      </p:pic>
      <p:sp>
        <p:nvSpPr>
          <p:cNvPr id="48" name="PlaceHolder 1"/>
          <p:cNvSpPr>
            <a:spLocks noGrp="1"/>
          </p:cNvSpPr>
          <p:nvPr>
            <p:ph type="body"/>
          </p:nvPr>
        </p:nvSpPr>
        <p:spPr>
          <a:xfrm>
            <a:off x="6705720" y="239040"/>
            <a:ext cx="5190120" cy="5932800"/>
          </a:xfrm>
          <a:prstGeom prst="rect">
            <a:avLst/>
          </a:prstGeom>
          <a:noFill/>
          <a:ln w="0">
            <a:noFill/>
          </a:ln>
        </p:spPr>
        <p:txBody>
          <a:bodyPr lIns="91440" rIns="91440" tIns="45720" bIns="45720" anchor="t">
            <a:noAutofit/>
          </a:bodyPr>
          <a:p>
            <a:pPr indent="0" defTabSz="914400">
              <a:lnSpc>
                <a:spcPct val="100000"/>
              </a:lnSpc>
              <a:buNone/>
              <a:tabLst>
                <a:tab algn="l" pos="0"/>
              </a:tabLst>
            </a:pPr>
            <a:r>
              <a:rPr b="0" lang="en-US" sz="2400" spc="-1" strike="noStrike">
                <a:solidFill>
                  <a:srgbClr val="053c6d"/>
                </a:solidFill>
                <a:latin typeface="Zurich BT Roman"/>
              </a:rPr>
              <a:t>Picture</a:t>
            </a:r>
            <a:endParaRPr b="0" lang="en-US" sz="2400" spc="-1" strike="noStrike">
              <a:solidFill>
                <a:schemeClr val="dk1"/>
              </a:solidFill>
              <a:latin typeface="Zurich BT"/>
            </a:endParaRPr>
          </a:p>
        </p:txBody>
      </p:sp>
      <p:sp>
        <p:nvSpPr>
          <p:cNvPr id="49" name="PlaceHolder 2"/>
          <p:cNvSpPr>
            <a:spLocks noGrp="1"/>
          </p:cNvSpPr>
          <p:nvPr>
            <p:ph type="body"/>
          </p:nvPr>
        </p:nvSpPr>
        <p:spPr>
          <a:xfrm>
            <a:off x="203040" y="237240"/>
            <a:ext cx="5892480" cy="753120"/>
          </a:xfrm>
          <a:prstGeom prst="rect">
            <a:avLst/>
          </a:prstGeom>
          <a:noFill/>
          <a:ln w="0">
            <a:noFill/>
          </a:ln>
        </p:spPr>
        <p:txBody>
          <a:bodyPr lIns="91440" rIns="91440" tIns="45720" bIns="45720" anchor="t">
            <a:noAutofit/>
          </a:bodyPr>
          <a:p>
            <a:pPr indent="0" defTabSz="914400">
              <a:lnSpc>
                <a:spcPct val="100000"/>
              </a:lnSpc>
              <a:spcBef>
                <a:spcPts val="641"/>
              </a:spcBef>
              <a:buNone/>
              <a:tabLst>
                <a:tab algn="l" pos="0"/>
              </a:tabLst>
            </a:pPr>
            <a:r>
              <a:rPr b="1" lang="en-US" sz="3200" spc="-1" strike="noStrike">
                <a:solidFill>
                  <a:srgbClr val="97281d"/>
                </a:solidFill>
                <a:latin typeface="Zurich BT"/>
              </a:rPr>
              <a:t>Heading</a:t>
            </a:r>
            <a:endParaRPr b="0" lang="en-US" sz="3200" spc="-1" strike="noStrike">
              <a:solidFill>
                <a:schemeClr val="dk1"/>
              </a:solidFill>
              <a:latin typeface="Zurich BT"/>
            </a:endParaRPr>
          </a:p>
        </p:txBody>
      </p:sp>
      <p:sp>
        <p:nvSpPr>
          <p:cNvPr id="50" name="PlaceHolder 3"/>
          <p:cNvSpPr>
            <a:spLocks noGrp="1"/>
          </p:cNvSpPr>
          <p:nvPr>
            <p:ph type="body"/>
          </p:nvPr>
        </p:nvSpPr>
        <p:spPr>
          <a:xfrm>
            <a:off x="201240" y="1219320"/>
            <a:ext cx="5892480" cy="609120"/>
          </a:xfrm>
          <a:prstGeom prst="rect">
            <a:avLst/>
          </a:prstGeom>
          <a:noFill/>
          <a:ln w="0">
            <a:noFill/>
          </a:ln>
        </p:spPr>
        <p:txBody>
          <a:bodyPr lIns="91440" rIns="91440" tIns="45720" bIns="45720" anchor="t">
            <a:noAutofit/>
          </a:bodyPr>
          <a:p>
            <a:pPr indent="0" defTabSz="914400">
              <a:lnSpc>
                <a:spcPct val="100000"/>
              </a:lnSpc>
              <a:spcBef>
                <a:spcPts val="479"/>
              </a:spcBef>
              <a:buNone/>
              <a:tabLst>
                <a:tab algn="l" pos="0"/>
              </a:tabLst>
            </a:pPr>
            <a:r>
              <a:rPr b="1" lang="en-US" sz="2400" spc="-1" strike="noStrike">
                <a:solidFill>
                  <a:srgbClr val="1f497d"/>
                </a:solidFill>
                <a:latin typeface="Zurich BT"/>
              </a:rPr>
              <a:t>Sub Text</a:t>
            </a:r>
            <a:endParaRPr b="0" lang="en-US" sz="2400" spc="-1" strike="noStrike">
              <a:solidFill>
                <a:schemeClr val="dk1"/>
              </a:solidFill>
              <a:latin typeface="Zurich BT"/>
            </a:endParaRPr>
          </a:p>
        </p:txBody>
      </p:sp>
      <p:sp>
        <p:nvSpPr>
          <p:cNvPr id="51" name="PlaceHolder 4"/>
          <p:cNvSpPr>
            <a:spLocks noGrp="1"/>
          </p:cNvSpPr>
          <p:nvPr>
            <p:ph type="body"/>
          </p:nvPr>
        </p:nvSpPr>
        <p:spPr>
          <a:xfrm>
            <a:off x="201240" y="1828800"/>
            <a:ext cx="5892840" cy="3962160"/>
          </a:xfrm>
          <a:prstGeom prst="rect">
            <a:avLst/>
          </a:prstGeom>
          <a:noFill/>
          <a:ln w="0">
            <a:noFill/>
          </a:ln>
        </p:spPr>
        <p:txBody>
          <a:bodyPr lIns="91440" rIns="91440" tIns="45720" bIns="45720" anchor="t">
            <a:noAutofit/>
          </a:bodyPr>
          <a:p>
            <a:pPr marL="342720" indent="-342720" defTabSz="914400">
              <a:lnSpc>
                <a:spcPct val="100000"/>
              </a:lnSpc>
              <a:spcBef>
                <a:spcPts val="479"/>
              </a:spcBef>
              <a:buClr>
                <a:srgbClr val="053c6c"/>
              </a:buClr>
              <a:buFont typeface="Arial"/>
              <a:buChar char="•"/>
            </a:pPr>
            <a:r>
              <a:rPr b="0" lang="en-US" sz="2400" spc="-1" strike="noStrike">
                <a:solidFill>
                  <a:srgbClr val="053c6c"/>
                </a:solidFill>
                <a:latin typeface="Zurich BT"/>
              </a:rPr>
              <a:t>Text 1</a:t>
            </a:r>
            <a:endParaRPr b="0" lang="en-US" sz="2400" spc="-1" strike="noStrike">
              <a:solidFill>
                <a:schemeClr val="dk1"/>
              </a:solidFill>
              <a:latin typeface="Zurich BT"/>
            </a:endParaRPr>
          </a:p>
          <a:p>
            <a:pPr marL="342720" indent="-342720" defTabSz="914400">
              <a:lnSpc>
                <a:spcPct val="100000"/>
              </a:lnSpc>
              <a:spcBef>
                <a:spcPts val="479"/>
              </a:spcBef>
              <a:buClr>
                <a:srgbClr val="053c6c"/>
              </a:buClr>
              <a:buFont typeface="Arial"/>
              <a:buChar char="•"/>
            </a:pPr>
            <a:r>
              <a:rPr b="0" lang="en-US" sz="2400" spc="-1" strike="noStrike">
                <a:solidFill>
                  <a:srgbClr val="053c6c"/>
                </a:solidFill>
                <a:latin typeface="Zurich BT"/>
              </a:rPr>
              <a:t>Text 2</a:t>
            </a:r>
            <a:endParaRPr b="0" lang="en-US" sz="2400" spc="-1" strike="noStrike">
              <a:solidFill>
                <a:schemeClr val="dk1"/>
              </a:solidFill>
              <a:latin typeface="Zurich BT"/>
            </a:endParaRPr>
          </a:p>
          <a:p>
            <a:pPr lvl="1" marL="687240" indent="-342720" defTabSz="914400">
              <a:lnSpc>
                <a:spcPct val="100000"/>
              </a:lnSpc>
              <a:spcBef>
                <a:spcPts val="439"/>
              </a:spcBef>
              <a:buClr>
                <a:srgbClr val="053c6c"/>
              </a:buClr>
              <a:buFont typeface="Arial"/>
              <a:buChar char="•"/>
              <a:tabLst>
                <a:tab algn="l" pos="687240"/>
              </a:tabLst>
            </a:pPr>
            <a:r>
              <a:rPr b="0" lang="en-US" sz="2200" spc="-1" strike="noStrike">
                <a:solidFill>
                  <a:srgbClr val="053c6c"/>
                </a:solidFill>
                <a:latin typeface="Zurich BT"/>
              </a:rPr>
              <a:t>Second level 1</a:t>
            </a:r>
            <a:endParaRPr b="0" lang="en-US" sz="2200" spc="-1" strike="noStrike">
              <a:solidFill>
                <a:schemeClr val="dk1"/>
              </a:solidFill>
              <a:latin typeface="Zurich BT"/>
            </a:endParaRPr>
          </a:p>
          <a:p>
            <a:pPr lvl="1" marL="687240" indent="-342720" defTabSz="914400">
              <a:lnSpc>
                <a:spcPct val="100000"/>
              </a:lnSpc>
              <a:spcBef>
                <a:spcPts val="439"/>
              </a:spcBef>
              <a:buClr>
                <a:srgbClr val="053c6c"/>
              </a:buClr>
              <a:buFont typeface="Arial"/>
              <a:buChar char="•"/>
              <a:tabLst>
                <a:tab algn="l" pos="687240"/>
              </a:tabLst>
            </a:pPr>
            <a:r>
              <a:rPr b="0" lang="en-US" sz="2200" spc="-1" strike="noStrike">
                <a:solidFill>
                  <a:srgbClr val="053c6c"/>
                </a:solidFill>
                <a:latin typeface="Zurich BT"/>
              </a:rPr>
              <a:t>Second level 2</a:t>
            </a:r>
            <a:endParaRPr b="0" lang="en-US" sz="2200" spc="-1" strike="noStrike">
              <a:solidFill>
                <a:schemeClr val="dk1"/>
              </a:solidFill>
              <a:latin typeface="Zurich BT"/>
            </a:endParaRPr>
          </a:p>
        </p:txBody>
      </p:sp>
      <p:sp>
        <p:nvSpPr>
          <p:cNvPr id="52" name="PlaceHolder 5"/>
          <p:cNvSpPr>
            <a:spLocks noGrp="1"/>
          </p:cNvSpPr>
          <p:nvPr>
            <p:ph type="ftr" idx="12"/>
          </p:nvPr>
        </p:nvSpPr>
        <p:spPr>
          <a:xfrm>
            <a:off x="1214640" y="6422400"/>
            <a:ext cx="3860280" cy="365760"/>
          </a:xfrm>
          <a:prstGeom prst="rect">
            <a:avLst/>
          </a:prstGeom>
          <a:noFill/>
          <a:ln w="0">
            <a:noFill/>
          </a:ln>
        </p:spPr>
        <p:txBody>
          <a:bodyPr lIns="91440" rIns="91440" tIns="45720" bIns="45720" anchor="t">
            <a:noAutofit/>
          </a:bodyPr>
          <a:lstStyle>
            <a:lvl1pPr indent="0" algn="ctr">
              <a:buNone/>
              <a:defRPr b="0" lang="en-IN" sz="1400" spc="-1" strike="noStrike">
                <a:solidFill>
                  <a:srgbClr val="000000"/>
                </a:solidFill>
                <a:latin typeface="Times New Roman"/>
              </a:defRPr>
            </a:lvl1pPr>
          </a:lstStyle>
          <a:p>
            <a:pPr indent="0" algn="ctr">
              <a:buNone/>
            </a:pPr>
            <a:r>
              <a:rPr b="0" lang="en-IN" sz="1400" spc="-1" strike="noStrike">
                <a:solidFill>
                  <a:srgbClr val="000000"/>
                </a:solidFill>
                <a:latin typeface="Times New Roman"/>
              </a:rPr>
              <a:t>&lt;footer&gt;</a:t>
            </a:r>
            <a:endParaRPr b="0" lang="en-IN" sz="1400" spc="-1" strike="noStrike">
              <a:solidFill>
                <a:srgbClr val="000000"/>
              </a:solidFill>
              <a:latin typeface="Times New Roman"/>
            </a:endParaRPr>
          </a:p>
        </p:txBody>
      </p:sp>
      <p:sp>
        <p:nvSpPr>
          <p:cNvPr id="53" name="PlaceHolder 6"/>
          <p:cNvSpPr>
            <a:spLocks noGrp="1"/>
          </p:cNvSpPr>
          <p:nvPr>
            <p:ph type="sldNum" idx="13"/>
          </p:nvPr>
        </p:nvSpPr>
        <p:spPr>
          <a:xfrm>
            <a:off x="11199960" y="6415560"/>
            <a:ext cx="609120" cy="365760"/>
          </a:xfrm>
          <a:prstGeom prst="rect">
            <a:avLst/>
          </a:prstGeom>
          <a:noFill/>
          <a:ln w="0">
            <a:noFill/>
          </a:ln>
        </p:spPr>
        <p:txBody>
          <a:bodyPr lIns="91440" rIns="91440" tIns="45720" bIns="45720" anchor="ctr">
            <a:noAutofit/>
          </a:bodyPr>
          <a:lstStyle>
            <a:lvl1pPr indent="0" algn="r" defTabSz="914400">
              <a:lnSpc>
                <a:spcPct val="100000"/>
              </a:lnSpc>
              <a:buNone/>
              <a:defRPr b="0" lang="en-US" sz="1200" spc="-1" strike="noStrike">
                <a:solidFill>
                  <a:srgbClr val="1f497d"/>
                </a:solidFill>
                <a:latin typeface="Zurich Lt BT"/>
              </a:defRPr>
            </a:lvl1pPr>
          </a:lstStyle>
          <a:p>
            <a:pPr indent="0" algn="r" defTabSz="914400">
              <a:lnSpc>
                <a:spcPct val="100000"/>
              </a:lnSpc>
              <a:buNone/>
            </a:pPr>
            <a:fld id="{64136D64-A7AD-48FE-A513-3766783EC65C}" type="slidenum">
              <a:rPr b="0" lang="en-US" sz="1200" spc="-1" strike="noStrike">
                <a:solidFill>
                  <a:srgbClr val="1f497d"/>
                </a:solidFill>
                <a:latin typeface="Zurich Lt BT"/>
              </a:rPr>
              <a:t>&lt;number&gt;</a:t>
            </a:fld>
            <a:endParaRPr b="0" lang="en-IN" sz="1200" spc="-1" strike="noStrike">
              <a:solidFill>
                <a:srgbClr val="000000"/>
              </a:solidFill>
              <a:latin typeface="Times New Roman"/>
            </a:endParaRPr>
          </a:p>
        </p:txBody>
      </p:sp>
      <p:sp>
        <p:nvSpPr>
          <p:cNvPr id="54" name="PlaceHolder 7"/>
          <p:cNvSpPr>
            <a:spLocks noGrp="1"/>
          </p:cNvSpPr>
          <p:nvPr>
            <p:ph type="title"/>
          </p:nvPr>
        </p:nvSpPr>
        <p:spPr>
          <a:xfrm>
            <a:off x="609120" y="273600"/>
            <a:ext cx="10969560" cy="1144800"/>
          </a:xfrm>
          <a:prstGeom prst="rect">
            <a:avLst/>
          </a:prstGeom>
          <a:noFill/>
          <a:ln w="0">
            <a:noFill/>
          </a:ln>
        </p:spPr>
        <p:txBody>
          <a:bodyPr lIns="0" rIns="0" tIns="0" bIns="0" anchor="ctr">
            <a:noAutofit/>
          </a:bodyPr>
          <a:p>
            <a:pPr indent="0">
              <a:buNone/>
            </a:pPr>
            <a:r>
              <a:rPr b="0" lang="en-US" sz="1900" spc="-1" strike="noStrike">
                <a:solidFill>
                  <a:schemeClr val="dk1"/>
                </a:solidFill>
                <a:latin typeface="Zurich BT"/>
              </a:rPr>
              <a:t>Click to edit the title text format</a:t>
            </a:r>
            <a:endParaRPr b="0" lang="en-US" sz="1900" spc="-1" strike="noStrike">
              <a:solidFill>
                <a:schemeClr val="dk1"/>
              </a:solidFill>
              <a:latin typeface="Zurich BT"/>
            </a:endParaRPr>
          </a:p>
        </p:txBody>
      </p:sp>
    </p:spTree>
  </p:cSld>
  <p:clrMap bg1="lt1" bg2="lt2" tx1="dk1" tx2="dk2" accent1="accent1" accent2="accent2" accent3="accent3" accent4="accent4" accent5="accent5" accent6="accent6" hlink="hlink" folHlink="folHlink"/>
  <p:sldLayoutIdLst>
    <p:sldLayoutId id="2147483665" r:id="rId3"/>
  </p:sldLayoutIdLst>
</p:sldMaster>
</file>

<file path=ppt/slideMasters/slideMaster10.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pic>
        <p:nvPicPr>
          <p:cNvPr id="55" name="Picture 8" descr=""/>
          <p:cNvPicPr/>
          <p:nvPr/>
        </p:nvPicPr>
        <p:blipFill>
          <a:blip r:embed="rId2"/>
          <a:stretch/>
        </p:blipFill>
        <p:spPr>
          <a:xfrm>
            <a:off x="379440" y="5943600"/>
            <a:ext cx="718200" cy="761760"/>
          </a:xfrm>
          <a:prstGeom prst="rect">
            <a:avLst/>
          </a:prstGeom>
          <a:ln w="0">
            <a:noFill/>
          </a:ln>
        </p:spPr>
      </p:pic>
      <p:sp>
        <p:nvSpPr>
          <p:cNvPr id="56" name="PlaceHolder 1"/>
          <p:cNvSpPr>
            <a:spLocks noGrp="1"/>
          </p:cNvSpPr>
          <p:nvPr>
            <p:ph type="body"/>
          </p:nvPr>
        </p:nvSpPr>
        <p:spPr>
          <a:xfrm>
            <a:off x="203040" y="237240"/>
            <a:ext cx="11683800" cy="753120"/>
          </a:xfrm>
          <a:prstGeom prst="rect">
            <a:avLst/>
          </a:prstGeom>
          <a:noFill/>
          <a:ln w="0">
            <a:noFill/>
          </a:ln>
        </p:spPr>
        <p:txBody>
          <a:bodyPr lIns="91440" rIns="91440" tIns="45720" bIns="45720" anchor="t">
            <a:noAutofit/>
          </a:bodyPr>
          <a:p>
            <a:pPr indent="0" defTabSz="914400">
              <a:lnSpc>
                <a:spcPct val="100000"/>
              </a:lnSpc>
              <a:spcBef>
                <a:spcPts val="641"/>
              </a:spcBef>
              <a:buNone/>
              <a:tabLst>
                <a:tab algn="l" pos="0"/>
              </a:tabLst>
            </a:pPr>
            <a:r>
              <a:rPr b="1" lang="en-US" sz="3200" spc="-1" strike="noStrike">
                <a:solidFill>
                  <a:schemeClr val="accent2"/>
                </a:solidFill>
                <a:latin typeface="Zurich BT"/>
              </a:rPr>
              <a:t>Heading</a:t>
            </a:r>
            <a:endParaRPr b="0" lang="en-US" sz="3200" spc="-1" strike="noStrike">
              <a:solidFill>
                <a:schemeClr val="dk1"/>
              </a:solidFill>
              <a:latin typeface="Zurich BT"/>
            </a:endParaRPr>
          </a:p>
        </p:txBody>
      </p:sp>
      <p:sp>
        <p:nvSpPr>
          <p:cNvPr id="57" name="PlaceHolder 2"/>
          <p:cNvSpPr>
            <a:spLocks noGrp="1"/>
          </p:cNvSpPr>
          <p:nvPr>
            <p:ph type="body"/>
          </p:nvPr>
        </p:nvSpPr>
        <p:spPr>
          <a:xfrm>
            <a:off x="5942160" y="1219320"/>
            <a:ext cx="5928480" cy="3276360"/>
          </a:xfrm>
          <a:prstGeom prst="rect">
            <a:avLst/>
          </a:prstGeom>
          <a:noFill/>
          <a:ln w="0">
            <a:noFill/>
          </a:ln>
        </p:spPr>
        <p:txBody>
          <a:bodyPr lIns="91440" rIns="91440" tIns="45720" bIns="45720" anchor="t">
            <a:noAutofit/>
          </a:bodyPr>
          <a:p>
            <a:pPr indent="0" defTabSz="914400">
              <a:lnSpc>
                <a:spcPct val="100000"/>
              </a:lnSpc>
              <a:buNone/>
            </a:pPr>
            <a:r>
              <a:rPr b="0" lang="en-US" sz="2400" spc="-1" strike="noStrike">
                <a:solidFill>
                  <a:srgbClr val="053c6c"/>
                </a:solidFill>
                <a:latin typeface="Zurich BT"/>
              </a:rPr>
              <a:t>Chart</a:t>
            </a:r>
            <a:endParaRPr b="0" lang="en-US" sz="2400" spc="-1" strike="noStrike">
              <a:solidFill>
                <a:schemeClr val="dk1"/>
              </a:solidFill>
              <a:latin typeface="Zurich BT"/>
            </a:endParaRPr>
          </a:p>
        </p:txBody>
      </p:sp>
      <p:sp>
        <p:nvSpPr>
          <p:cNvPr id="58" name="PlaceHolder 3"/>
          <p:cNvSpPr>
            <a:spLocks noGrp="1"/>
          </p:cNvSpPr>
          <p:nvPr>
            <p:ph type="body"/>
          </p:nvPr>
        </p:nvSpPr>
        <p:spPr>
          <a:xfrm>
            <a:off x="6171840" y="4572000"/>
            <a:ext cx="5713560" cy="456840"/>
          </a:xfrm>
          <a:prstGeom prst="rect">
            <a:avLst/>
          </a:prstGeom>
          <a:noFill/>
          <a:ln w="0">
            <a:noFill/>
          </a:ln>
        </p:spPr>
        <p:txBody>
          <a:bodyPr lIns="91440" rIns="91440" tIns="45720" bIns="45720" anchor="t">
            <a:noAutofit/>
          </a:bodyPr>
          <a:p>
            <a:pPr indent="0" defTabSz="914400">
              <a:lnSpc>
                <a:spcPct val="100000"/>
              </a:lnSpc>
              <a:spcBef>
                <a:spcPts val="400"/>
              </a:spcBef>
              <a:buNone/>
              <a:tabLst>
                <a:tab algn="l" pos="0"/>
              </a:tabLst>
            </a:pPr>
            <a:r>
              <a:rPr b="1" lang="en-US" sz="2000" spc="-1" strike="noStrike">
                <a:solidFill>
                  <a:srgbClr val="1f497d"/>
                </a:solidFill>
                <a:latin typeface="Zurich BT Roman"/>
              </a:rPr>
              <a:t>Text</a:t>
            </a:r>
            <a:endParaRPr b="0" lang="en-US" sz="2000" spc="-1" strike="noStrike">
              <a:solidFill>
                <a:schemeClr val="dk1"/>
              </a:solidFill>
              <a:latin typeface="Zurich BT"/>
            </a:endParaRPr>
          </a:p>
        </p:txBody>
      </p:sp>
      <p:sp>
        <p:nvSpPr>
          <p:cNvPr id="59" name="PlaceHolder 4"/>
          <p:cNvSpPr>
            <a:spLocks noGrp="1"/>
          </p:cNvSpPr>
          <p:nvPr>
            <p:ph type="body"/>
          </p:nvPr>
        </p:nvSpPr>
        <p:spPr>
          <a:xfrm>
            <a:off x="6170760" y="5029200"/>
            <a:ext cx="5701320" cy="914040"/>
          </a:xfrm>
          <a:prstGeom prst="rect">
            <a:avLst/>
          </a:prstGeom>
          <a:noFill/>
          <a:ln w="0">
            <a:noFill/>
          </a:ln>
        </p:spPr>
        <p:txBody>
          <a:bodyPr lIns="91440" rIns="91440" tIns="45720" bIns="45720" anchor="t">
            <a:noAutofit/>
          </a:bodyPr>
          <a:p>
            <a:pPr marL="290520" indent="-231840" defTabSz="914400">
              <a:lnSpc>
                <a:spcPct val="100000"/>
              </a:lnSpc>
              <a:spcBef>
                <a:spcPts val="400"/>
              </a:spcBef>
              <a:buClr>
                <a:srgbClr val="1f497d"/>
              </a:buClr>
              <a:buFont typeface="Arial"/>
              <a:buChar char="•"/>
            </a:pPr>
            <a:r>
              <a:rPr b="0" lang="en-US" sz="2000" spc="-1" strike="noStrike">
                <a:solidFill>
                  <a:srgbClr val="1f497d"/>
                </a:solidFill>
                <a:latin typeface="Zurich BT Roman"/>
              </a:rPr>
              <a:t>Text1</a:t>
            </a:r>
            <a:endParaRPr b="0" lang="en-US" sz="2000" spc="-1" strike="noStrike">
              <a:solidFill>
                <a:schemeClr val="dk1"/>
              </a:solidFill>
              <a:latin typeface="Zurich BT"/>
            </a:endParaRPr>
          </a:p>
          <a:p>
            <a:pPr marL="290520" indent="-231840" defTabSz="914400">
              <a:lnSpc>
                <a:spcPct val="100000"/>
              </a:lnSpc>
              <a:spcBef>
                <a:spcPts val="400"/>
              </a:spcBef>
              <a:buClr>
                <a:srgbClr val="1f497d"/>
              </a:buClr>
              <a:buFont typeface="Arial"/>
              <a:buChar char="•"/>
            </a:pPr>
            <a:r>
              <a:rPr b="0" lang="en-US" sz="2000" spc="-1" strike="noStrike">
                <a:solidFill>
                  <a:srgbClr val="1f497d"/>
                </a:solidFill>
                <a:latin typeface="Zurich BT Roman"/>
              </a:rPr>
              <a:t>Text 2</a:t>
            </a:r>
            <a:endParaRPr b="0" lang="en-US" sz="2000" spc="-1" strike="noStrike">
              <a:solidFill>
                <a:schemeClr val="dk1"/>
              </a:solidFill>
              <a:latin typeface="Zurich BT"/>
            </a:endParaRPr>
          </a:p>
        </p:txBody>
      </p:sp>
      <p:sp>
        <p:nvSpPr>
          <p:cNvPr id="60" name="PlaceHolder 5"/>
          <p:cNvSpPr>
            <a:spLocks noGrp="1"/>
          </p:cNvSpPr>
          <p:nvPr>
            <p:ph type="body"/>
          </p:nvPr>
        </p:nvSpPr>
        <p:spPr>
          <a:xfrm>
            <a:off x="201240" y="1219320"/>
            <a:ext cx="4978080" cy="609120"/>
          </a:xfrm>
          <a:prstGeom prst="rect">
            <a:avLst/>
          </a:prstGeom>
          <a:noFill/>
          <a:ln w="0">
            <a:noFill/>
          </a:ln>
        </p:spPr>
        <p:txBody>
          <a:bodyPr lIns="91440" rIns="91440" tIns="45720" bIns="45720" anchor="t">
            <a:noAutofit/>
          </a:bodyPr>
          <a:p>
            <a:pPr indent="0" defTabSz="914400">
              <a:lnSpc>
                <a:spcPct val="100000"/>
              </a:lnSpc>
              <a:spcBef>
                <a:spcPts val="479"/>
              </a:spcBef>
              <a:buNone/>
              <a:tabLst>
                <a:tab algn="l" pos="0"/>
              </a:tabLst>
            </a:pPr>
            <a:r>
              <a:rPr b="1" lang="en-US" sz="2400" spc="-1" strike="noStrike">
                <a:solidFill>
                  <a:srgbClr val="1f497d"/>
                </a:solidFill>
                <a:latin typeface="Zurich BT"/>
              </a:rPr>
              <a:t>Sub Text</a:t>
            </a:r>
            <a:endParaRPr b="0" lang="en-US" sz="2400" spc="-1" strike="noStrike">
              <a:solidFill>
                <a:schemeClr val="dk1"/>
              </a:solidFill>
              <a:latin typeface="Zurich BT"/>
            </a:endParaRPr>
          </a:p>
        </p:txBody>
      </p:sp>
      <p:sp>
        <p:nvSpPr>
          <p:cNvPr id="61" name="PlaceHolder 6"/>
          <p:cNvSpPr>
            <a:spLocks noGrp="1"/>
          </p:cNvSpPr>
          <p:nvPr>
            <p:ph type="body"/>
          </p:nvPr>
        </p:nvSpPr>
        <p:spPr>
          <a:xfrm>
            <a:off x="201240" y="1828800"/>
            <a:ext cx="4978440" cy="3962160"/>
          </a:xfrm>
          <a:prstGeom prst="rect">
            <a:avLst/>
          </a:prstGeom>
          <a:noFill/>
          <a:ln w="0">
            <a:noFill/>
          </a:ln>
        </p:spPr>
        <p:txBody>
          <a:bodyPr lIns="91440" rIns="91440" tIns="45720" bIns="45720" anchor="t">
            <a:noAutofit/>
          </a:bodyPr>
          <a:p>
            <a:pPr marL="342720" indent="-342720" defTabSz="914400">
              <a:lnSpc>
                <a:spcPct val="100000"/>
              </a:lnSpc>
              <a:spcBef>
                <a:spcPts val="479"/>
              </a:spcBef>
              <a:buClr>
                <a:srgbClr val="053c6c"/>
              </a:buClr>
              <a:buFont typeface="Arial"/>
              <a:buChar char="•"/>
            </a:pPr>
            <a:r>
              <a:rPr b="0" lang="en-US" sz="2400" spc="-1" strike="noStrike">
                <a:solidFill>
                  <a:srgbClr val="053c6c"/>
                </a:solidFill>
                <a:latin typeface="Zurich BT"/>
              </a:rPr>
              <a:t>Text 1</a:t>
            </a:r>
            <a:endParaRPr b="0" lang="en-US" sz="2400" spc="-1" strike="noStrike">
              <a:solidFill>
                <a:schemeClr val="dk1"/>
              </a:solidFill>
              <a:latin typeface="Zurich BT"/>
            </a:endParaRPr>
          </a:p>
          <a:p>
            <a:pPr marL="342720" indent="-342720" defTabSz="914400">
              <a:lnSpc>
                <a:spcPct val="100000"/>
              </a:lnSpc>
              <a:spcBef>
                <a:spcPts val="479"/>
              </a:spcBef>
              <a:buClr>
                <a:srgbClr val="053c6c"/>
              </a:buClr>
              <a:buFont typeface="Arial"/>
              <a:buChar char="•"/>
            </a:pPr>
            <a:r>
              <a:rPr b="0" lang="en-US" sz="2400" spc="-1" strike="noStrike">
                <a:solidFill>
                  <a:srgbClr val="053c6c"/>
                </a:solidFill>
                <a:latin typeface="Zurich BT"/>
              </a:rPr>
              <a:t>Text 2</a:t>
            </a:r>
            <a:endParaRPr b="0" lang="en-US" sz="2400" spc="-1" strike="noStrike">
              <a:solidFill>
                <a:schemeClr val="dk1"/>
              </a:solidFill>
              <a:latin typeface="Zurich BT"/>
            </a:endParaRPr>
          </a:p>
          <a:p>
            <a:pPr lvl="1" marL="687240" indent="-344520" defTabSz="914400">
              <a:lnSpc>
                <a:spcPct val="100000"/>
              </a:lnSpc>
              <a:spcBef>
                <a:spcPts val="439"/>
              </a:spcBef>
              <a:buClr>
                <a:srgbClr val="053c6c"/>
              </a:buClr>
              <a:buFont typeface="Arial"/>
              <a:buChar char="•"/>
            </a:pPr>
            <a:r>
              <a:rPr b="0" lang="en-US" sz="2200" spc="-1" strike="noStrike">
                <a:solidFill>
                  <a:srgbClr val="053c6c"/>
                </a:solidFill>
                <a:latin typeface="Zurich BT"/>
              </a:rPr>
              <a:t>Second level 1</a:t>
            </a:r>
            <a:endParaRPr b="0" lang="en-US" sz="2200" spc="-1" strike="noStrike">
              <a:solidFill>
                <a:schemeClr val="dk1"/>
              </a:solidFill>
              <a:latin typeface="Zurich BT"/>
            </a:endParaRPr>
          </a:p>
          <a:p>
            <a:pPr lvl="1" marL="687240" indent="-344520" defTabSz="914400">
              <a:lnSpc>
                <a:spcPct val="100000"/>
              </a:lnSpc>
              <a:spcBef>
                <a:spcPts val="439"/>
              </a:spcBef>
              <a:buClr>
                <a:srgbClr val="053c6c"/>
              </a:buClr>
              <a:buFont typeface="Arial"/>
              <a:buChar char="•"/>
            </a:pPr>
            <a:r>
              <a:rPr b="0" lang="en-US" sz="2200" spc="-1" strike="noStrike">
                <a:solidFill>
                  <a:srgbClr val="053c6c"/>
                </a:solidFill>
                <a:latin typeface="Zurich BT"/>
              </a:rPr>
              <a:t>Second level 2</a:t>
            </a:r>
            <a:endParaRPr b="0" lang="en-US" sz="2200" spc="-1" strike="noStrike">
              <a:solidFill>
                <a:schemeClr val="dk1"/>
              </a:solidFill>
              <a:latin typeface="Zurich BT"/>
            </a:endParaRPr>
          </a:p>
          <a:p>
            <a:pPr indent="0" defTabSz="914400">
              <a:lnSpc>
                <a:spcPct val="100000"/>
              </a:lnSpc>
              <a:spcBef>
                <a:spcPts val="479"/>
              </a:spcBef>
              <a:buNone/>
            </a:pPr>
            <a:endParaRPr b="0" lang="en-US" sz="2400" spc="-1" strike="noStrike">
              <a:solidFill>
                <a:schemeClr val="dk1"/>
              </a:solidFill>
              <a:latin typeface="Zurich BT"/>
            </a:endParaRPr>
          </a:p>
        </p:txBody>
      </p:sp>
      <p:sp>
        <p:nvSpPr>
          <p:cNvPr id="62" name="PlaceHolder 7"/>
          <p:cNvSpPr>
            <a:spLocks noGrp="1"/>
          </p:cNvSpPr>
          <p:nvPr>
            <p:ph type="ftr" idx="14"/>
          </p:nvPr>
        </p:nvSpPr>
        <p:spPr>
          <a:xfrm>
            <a:off x="1214640" y="6422400"/>
            <a:ext cx="3860280" cy="365760"/>
          </a:xfrm>
          <a:prstGeom prst="rect">
            <a:avLst/>
          </a:prstGeom>
          <a:noFill/>
          <a:ln w="0">
            <a:noFill/>
          </a:ln>
        </p:spPr>
        <p:txBody>
          <a:bodyPr lIns="91440" rIns="91440" tIns="45720" bIns="45720" anchor="t">
            <a:noAutofit/>
          </a:bodyPr>
          <a:lstStyle>
            <a:lvl1pPr indent="0" algn="ctr">
              <a:buNone/>
              <a:defRPr b="0" lang="en-IN" sz="1400" spc="-1" strike="noStrike">
                <a:solidFill>
                  <a:srgbClr val="000000"/>
                </a:solidFill>
                <a:latin typeface="Times New Roman"/>
              </a:defRPr>
            </a:lvl1pPr>
          </a:lstStyle>
          <a:p>
            <a:pPr indent="0" algn="ctr">
              <a:buNone/>
            </a:pPr>
            <a:r>
              <a:rPr b="0" lang="en-IN" sz="1400" spc="-1" strike="noStrike">
                <a:solidFill>
                  <a:srgbClr val="000000"/>
                </a:solidFill>
                <a:latin typeface="Times New Roman"/>
              </a:rPr>
              <a:t>&lt;footer&gt;</a:t>
            </a:r>
            <a:endParaRPr b="0" lang="en-IN" sz="1400" spc="-1" strike="noStrike">
              <a:solidFill>
                <a:srgbClr val="000000"/>
              </a:solidFill>
              <a:latin typeface="Times New Roman"/>
            </a:endParaRPr>
          </a:p>
        </p:txBody>
      </p:sp>
      <p:sp>
        <p:nvSpPr>
          <p:cNvPr id="63" name="PlaceHolder 8"/>
          <p:cNvSpPr>
            <a:spLocks noGrp="1"/>
          </p:cNvSpPr>
          <p:nvPr>
            <p:ph type="sldNum" idx="15"/>
          </p:nvPr>
        </p:nvSpPr>
        <p:spPr>
          <a:xfrm>
            <a:off x="11199960" y="6415560"/>
            <a:ext cx="609120" cy="365760"/>
          </a:xfrm>
          <a:prstGeom prst="rect">
            <a:avLst/>
          </a:prstGeom>
          <a:noFill/>
          <a:ln w="0">
            <a:noFill/>
          </a:ln>
        </p:spPr>
        <p:txBody>
          <a:bodyPr lIns="91440" rIns="91440" tIns="45720" bIns="45720" anchor="ctr">
            <a:noAutofit/>
          </a:bodyPr>
          <a:lstStyle>
            <a:lvl1pPr indent="0" algn="r" defTabSz="914400">
              <a:lnSpc>
                <a:spcPct val="100000"/>
              </a:lnSpc>
              <a:buNone/>
              <a:defRPr b="0" lang="en-US" sz="1200" spc="-1" strike="noStrike">
                <a:solidFill>
                  <a:srgbClr val="1f497d"/>
                </a:solidFill>
                <a:latin typeface="Zurich Lt BT"/>
              </a:defRPr>
            </a:lvl1pPr>
          </a:lstStyle>
          <a:p>
            <a:pPr indent="0" algn="r" defTabSz="914400">
              <a:lnSpc>
                <a:spcPct val="100000"/>
              </a:lnSpc>
              <a:buNone/>
            </a:pPr>
            <a:fld id="{1CFEBD87-C2D8-4984-9F80-F4E2A085567A}" type="slidenum">
              <a:rPr b="0" lang="en-US" sz="1200" spc="-1" strike="noStrike">
                <a:solidFill>
                  <a:srgbClr val="1f497d"/>
                </a:solidFill>
                <a:latin typeface="Zurich Lt BT"/>
              </a:rPr>
              <a:t>&lt;number&gt;</a:t>
            </a:fld>
            <a:endParaRPr b="0" lang="en-IN" sz="1200" spc="-1" strike="noStrike">
              <a:solidFill>
                <a:srgbClr val="000000"/>
              </a:solidFill>
              <a:latin typeface="Times New Roman"/>
            </a:endParaRPr>
          </a:p>
        </p:txBody>
      </p:sp>
      <p:sp>
        <p:nvSpPr>
          <p:cNvPr id="64" name="PlaceHolder 9"/>
          <p:cNvSpPr>
            <a:spLocks noGrp="1"/>
          </p:cNvSpPr>
          <p:nvPr>
            <p:ph type="title"/>
          </p:nvPr>
        </p:nvSpPr>
        <p:spPr>
          <a:xfrm>
            <a:off x="609120" y="273600"/>
            <a:ext cx="10969560" cy="1144800"/>
          </a:xfrm>
          <a:prstGeom prst="rect">
            <a:avLst/>
          </a:prstGeom>
          <a:noFill/>
          <a:ln w="0">
            <a:noFill/>
          </a:ln>
        </p:spPr>
        <p:txBody>
          <a:bodyPr lIns="0" rIns="0" tIns="0" bIns="0" anchor="ctr">
            <a:noAutofit/>
          </a:bodyPr>
          <a:p>
            <a:pPr indent="0">
              <a:buNone/>
            </a:pPr>
            <a:r>
              <a:rPr b="0" lang="en-US" sz="1900" spc="-1" strike="noStrike">
                <a:solidFill>
                  <a:schemeClr val="dk1"/>
                </a:solidFill>
                <a:latin typeface="Zurich BT"/>
              </a:rPr>
              <a:t>Click to edit the title text format</a:t>
            </a:r>
            <a:endParaRPr b="0" lang="en-US" sz="1900" spc="-1" strike="noStrike">
              <a:solidFill>
                <a:schemeClr val="dk1"/>
              </a:solidFill>
              <a:latin typeface="Zurich BT"/>
            </a:endParaRPr>
          </a:p>
        </p:txBody>
      </p:sp>
    </p:spTree>
  </p:cSld>
  <p:clrMap bg1="lt1" bg2="lt2" tx1="dk1" tx2="dk2" accent1="accent1" accent2="accent2" accent3="accent3" accent4="accent4" accent5="accent5" accent6="accent6" hlink="hlink" folHlink="folHlink"/>
  <p:sldLayoutIdLst>
    <p:sldLayoutId id="2147483667" r:id="rId3"/>
  </p:sldLayoutIdLst>
</p:sldMaster>
</file>

<file path=ppt/slideMasters/slideMaster1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pic>
        <p:nvPicPr>
          <p:cNvPr id="65" name="Picture 8" descr=""/>
          <p:cNvPicPr/>
          <p:nvPr/>
        </p:nvPicPr>
        <p:blipFill>
          <a:blip r:embed="rId2"/>
          <a:stretch/>
        </p:blipFill>
        <p:spPr>
          <a:xfrm>
            <a:off x="379440" y="5943600"/>
            <a:ext cx="718200" cy="761760"/>
          </a:xfrm>
          <a:prstGeom prst="rect">
            <a:avLst/>
          </a:prstGeom>
          <a:ln w="0">
            <a:noFill/>
          </a:ln>
        </p:spPr>
      </p:pic>
      <p:sp>
        <p:nvSpPr>
          <p:cNvPr id="66" name="PlaceHolder 1"/>
          <p:cNvSpPr>
            <a:spLocks noGrp="1"/>
          </p:cNvSpPr>
          <p:nvPr>
            <p:ph type="body"/>
          </p:nvPr>
        </p:nvSpPr>
        <p:spPr>
          <a:xfrm>
            <a:off x="203040" y="237240"/>
            <a:ext cx="11683800" cy="753120"/>
          </a:xfrm>
          <a:prstGeom prst="rect">
            <a:avLst/>
          </a:prstGeom>
          <a:noFill/>
          <a:ln w="0">
            <a:noFill/>
          </a:ln>
        </p:spPr>
        <p:txBody>
          <a:bodyPr lIns="91440" rIns="91440" tIns="45720" bIns="45720" anchor="t">
            <a:noAutofit/>
          </a:bodyPr>
          <a:p>
            <a:pPr indent="0" defTabSz="914400">
              <a:lnSpc>
                <a:spcPct val="100000"/>
              </a:lnSpc>
              <a:spcBef>
                <a:spcPts val="641"/>
              </a:spcBef>
              <a:buNone/>
              <a:tabLst>
                <a:tab algn="l" pos="0"/>
              </a:tabLst>
            </a:pPr>
            <a:r>
              <a:rPr b="1" lang="en-US" sz="3200" spc="-1" strike="noStrike">
                <a:solidFill>
                  <a:srgbClr val="841917"/>
                </a:solidFill>
                <a:latin typeface="Zurich BT"/>
              </a:rPr>
              <a:t>Heading</a:t>
            </a:r>
            <a:endParaRPr b="0" lang="en-US" sz="3200" spc="-1" strike="noStrike">
              <a:solidFill>
                <a:schemeClr val="dk1"/>
              </a:solidFill>
              <a:latin typeface="Zurich BT"/>
            </a:endParaRPr>
          </a:p>
        </p:txBody>
      </p:sp>
      <p:sp>
        <p:nvSpPr>
          <p:cNvPr id="67" name="PlaceHolder 2"/>
          <p:cNvSpPr>
            <a:spLocks noGrp="1"/>
          </p:cNvSpPr>
          <p:nvPr>
            <p:ph type="body"/>
          </p:nvPr>
        </p:nvSpPr>
        <p:spPr>
          <a:xfrm>
            <a:off x="6474960" y="1139400"/>
            <a:ext cx="5410440" cy="3581640"/>
          </a:xfrm>
          <a:prstGeom prst="rect">
            <a:avLst/>
          </a:prstGeom>
          <a:noFill/>
          <a:ln w="0">
            <a:noFill/>
          </a:ln>
        </p:spPr>
        <p:txBody>
          <a:bodyPr lIns="91440" rIns="91440" tIns="45720" bIns="45720" anchor="t">
            <a:noAutofit/>
          </a:bodyPr>
          <a:p>
            <a:pPr marL="432000" indent="-324000">
              <a:spcBef>
                <a:spcPts val="1417"/>
              </a:spcBef>
              <a:buClr>
                <a:srgbClr val="000000"/>
              </a:buClr>
              <a:buSzPct val="45000"/>
              <a:buFont typeface="Wingdings" charset="2"/>
              <a:buChar char=""/>
            </a:pPr>
            <a:r>
              <a:rPr b="0" lang="en-US" sz="2400" spc="-1" strike="noStrike">
                <a:solidFill>
                  <a:schemeClr val="dk1"/>
                </a:solidFill>
                <a:latin typeface="Zurich BT"/>
              </a:rPr>
              <a:t>Click to edit the outline text format</a:t>
            </a:r>
            <a:endParaRPr b="0" lang="en-US" sz="2400" spc="-1" strike="noStrike">
              <a:solidFill>
                <a:schemeClr val="dk1"/>
              </a:solidFill>
              <a:latin typeface="Zurich BT"/>
            </a:endParaRPr>
          </a:p>
          <a:p>
            <a:pPr lvl="1" marL="864000" indent="-324000">
              <a:spcBef>
                <a:spcPts val="1134"/>
              </a:spcBef>
              <a:buClr>
                <a:srgbClr val="000000"/>
              </a:buClr>
              <a:buSzPct val="75000"/>
              <a:buFont typeface="Symbol" charset="2"/>
              <a:buChar char=""/>
            </a:pPr>
            <a:r>
              <a:rPr b="0" lang="en-US" sz="2400" spc="-1" strike="noStrike">
                <a:solidFill>
                  <a:schemeClr val="dk1"/>
                </a:solidFill>
                <a:latin typeface="Zurich BT"/>
              </a:rPr>
              <a:t>Second Outline Level</a:t>
            </a:r>
            <a:endParaRPr b="0" lang="en-US" sz="2400" spc="-1" strike="noStrike">
              <a:solidFill>
                <a:schemeClr val="dk1"/>
              </a:solidFill>
              <a:latin typeface="Zurich BT"/>
            </a:endParaRPr>
          </a:p>
          <a:p>
            <a:pPr lvl="2" marL="1296000" indent="-288000">
              <a:spcBef>
                <a:spcPts val="850"/>
              </a:spcBef>
              <a:buClr>
                <a:srgbClr val="000000"/>
              </a:buClr>
              <a:buSzPct val="45000"/>
              <a:buFont typeface="Wingdings" charset="2"/>
              <a:buChar char=""/>
            </a:pPr>
            <a:r>
              <a:rPr b="0" lang="en-US" sz="2400" spc="-1" strike="noStrike">
                <a:solidFill>
                  <a:schemeClr val="dk1"/>
                </a:solidFill>
                <a:latin typeface="Zurich BT"/>
              </a:rPr>
              <a:t>Third Outline Level</a:t>
            </a:r>
            <a:endParaRPr b="0" lang="en-US" sz="2400" spc="-1" strike="noStrike">
              <a:solidFill>
                <a:schemeClr val="dk1"/>
              </a:solidFill>
              <a:latin typeface="Zurich BT"/>
            </a:endParaRPr>
          </a:p>
          <a:p>
            <a:pPr lvl="3" marL="1728000" indent="-216000">
              <a:spcBef>
                <a:spcPts val="567"/>
              </a:spcBef>
              <a:buClr>
                <a:srgbClr val="000000"/>
              </a:buClr>
              <a:buSzPct val="75000"/>
              <a:buFont typeface="Symbol" charset="2"/>
              <a:buChar char=""/>
            </a:pPr>
            <a:r>
              <a:rPr b="0" lang="en-US" sz="2400" spc="-1" strike="noStrike">
                <a:solidFill>
                  <a:schemeClr val="dk1"/>
                </a:solidFill>
                <a:latin typeface="Zurich BT"/>
              </a:rPr>
              <a:t>Fourth Outline Level</a:t>
            </a:r>
            <a:endParaRPr b="0" lang="en-US" sz="2400" spc="-1" strike="noStrike">
              <a:solidFill>
                <a:schemeClr val="dk1"/>
              </a:solidFill>
              <a:latin typeface="Zurich BT"/>
            </a:endParaRPr>
          </a:p>
          <a:p>
            <a:pPr lvl="4" marL="2160000" indent="-216000">
              <a:spcBef>
                <a:spcPts val="283"/>
              </a:spcBef>
              <a:buClr>
                <a:srgbClr val="000000"/>
              </a:buClr>
              <a:buSzPct val="45000"/>
              <a:buFont typeface="Wingdings" charset="2"/>
              <a:buChar char=""/>
            </a:pPr>
            <a:r>
              <a:rPr b="0" lang="en-US" sz="2400" spc="-1" strike="noStrike">
                <a:solidFill>
                  <a:schemeClr val="dk1"/>
                </a:solidFill>
                <a:latin typeface="Zurich BT"/>
              </a:rPr>
              <a:t>Fifth Outline Level</a:t>
            </a:r>
            <a:endParaRPr b="0" lang="en-US" sz="2400" spc="-1" strike="noStrike">
              <a:solidFill>
                <a:schemeClr val="dk1"/>
              </a:solidFill>
              <a:latin typeface="Zurich BT"/>
            </a:endParaRPr>
          </a:p>
          <a:p>
            <a:pPr lvl="5" marL="2592000" indent="-216000">
              <a:spcBef>
                <a:spcPts val="283"/>
              </a:spcBef>
              <a:buClr>
                <a:srgbClr val="000000"/>
              </a:buClr>
              <a:buSzPct val="45000"/>
              <a:buFont typeface="Wingdings" charset="2"/>
              <a:buChar char=""/>
            </a:pPr>
            <a:r>
              <a:rPr b="0" lang="en-US" sz="2400" spc="-1" strike="noStrike">
                <a:solidFill>
                  <a:schemeClr val="dk1"/>
                </a:solidFill>
                <a:latin typeface="Zurich BT"/>
              </a:rPr>
              <a:t>Sixth Outline Level</a:t>
            </a:r>
            <a:endParaRPr b="0" lang="en-US" sz="2400" spc="-1" strike="noStrike">
              <a:solidFill>
                <a:schemeClr val="dk1"/>
              </a:solidFill>
              <a:latin typeface="Zurich BT"/>
            </a:endParaRPr>
          </a:p>
          <a:p>
            <a:pPr lvl="6" marL="3024000" indent="-216000">
              <a:spcBef>
                <a:spcPts val="283"/>
              </a:spcBef>
              <a:buClr>
                <a:srgbClr val="000000"/>
              </a:buClr>
              <a:buSzPct val="45000"/>
              <a:buFont typeface="Wingdings" charset="2"/>
              <a:buChar char=""/>
            </a:pPr>
            <a:r>
              <a:rPr b="0" lang="en-US" sz="2400" spc="-1" strike="noStrike">
                <a:solidFill>
                  <a:schemeClr val="dk1"/>
                </a:solidFill>
                <a:latin typeface="Zurich BT"/>
              </a:rPr>
              <a:t>Seventh Outline Level</a:t>
            </a:r>
            <a:endParaRPr b="0" lang="en-US" sz="2400" spc="-1" strike="noStrike">
              <a:solidFill>
                <a:schemeClr val="dk1"/>
              </a:solidFill>
              <a:latin typeface="Zurich BT"/>
            </a:endParaRPr>
          </a:p>
        </p:txBody>
      </p:sp>
      <p:sp>
        <p:nvSpPr>
          <p:cNvPr id="68" name="PlaceHolder 3"/>
          <p:cNvSpPr>
            <a:spLocks noGrp="1"/>
          </p:cNvSpPr>
          <p:nvPr>
            <p:ph type="body"/>
          </p:nvPr>
        </p:nvSpPr>
        <p:spPr>
          <a:xfrm>
            <a:off x="227160" y="5029200"/>
            <a:ext cx="11658240" cy="914040"/>
          </a:xfrm>
          <a:prstGeom prst="rect">
            <a:avLst/>
          </a:prstGeom>
          <a:noFill/>
          <a:ln w="0">
            <a:noFill/>
          </a:ln>
        </p:spPr>
        <p:txBody>
          <a:bodyPr lIns="91440" rIns="91440" tIns="45720" bIns="45720" anchor="t">
            <a:noAutofit/>
          </a:bodyPr>
          <a:p>
            <a:pPr marL="342720" indent="-342720" defTabSz="914400">
              <a:lnSpc>
                <a:spcPct val="100000"/>
              </a:lnSpc>
              <a:spcBef>
                <a:spcPts val="400"/>
              </a:spcBef>
              <a:buClr>
                <a:srgbClr val="053c6c"/>
              </a:buClr>
              <a:buFont typeface="Arial"/>
              <a:buChar char="•"/>
            </a:pPr>
            <a:r>
              <a:rPr b="0" lang="en-US" sz="2000" spc="-1" strike="noStrike">
                <a:solidFill>
                  <a:srgbClr val="053c6c"/>
                </a:solidFill>
                <a:latin typeface="Zurich BT"/>
              </a:rPr>
              <a:t>Sub Text</a:t>
            </a:r>
            <a:endParaRPr b="0" lang="en-US" sz="2000" spc="-1" strike="noStrike">
              <a:solidFill>
                <a:schemeClr val="dk1"/>
              </a:solidFill>
              <a:latin typeface="Zurich BT"/>
            </a:endParaRPr>
          </a:p>
          <a:p>
            <a:pPr marL="342720" indent="-342720" defTabSz="914400">
              <a:lnSpc>
                <a:spcPct val="100000"/>
              </a:lnSpc>
              <a:spcBef>
                <a:spcPts val="400"/>
              </a:spcBef>
              <a:buClr>
                <a:srgbClr val="053c6c"/>
              </a:buClr>
              <a:buFont typeface="Arial"/>
              <a:buChar char="•"/>
            </a:pPr>
            <a:r>
              <a:rPr b="0" lang="en-US" sz="2000" spc="-1" strike="noStrike">
                <a:solidFill>
                  <a:srgbClr val="053c6c"/>
                </a:solidFill>
                <a:latin typeface="Zurich BT"/>
              </a:rPr>
              <a:t>Sub Text</a:t>
            </a:r>
            <a:endParaRPr b="0" lang="en-US" sz="2000" spc="-1" strike="noStrike">
              <a:solidFill>
                <a:schemeClr val="dk1"/>
              </a:solidFill>
              <a:latin typeface="Zurich BT"/>
            </a:endParaRPr>
          </a:p>
        </p:txBody>
      </p:sp>
      <p:sp>
        <p:nvSpPr>
          <p:cNvPr id="69" name="PlaceHolder 4"/>
          <p:cNvSpPr>
            <a:spLocks noGrp="1"/>
          </p:cNvSpPr>
          <p:nvPr>
            <p:ph type="ftr" idx="16"/>
          </p:nvPr>
        </p:nvSpPr>
        <p:spPr>
          <a:xfrm>
            <a:off x="1214640" y="6422400"/>
            <a:ext cx="3860280" cy="365760"/>
          </a:xfrm>
          <a:prstGeom prst="rect">
            <a:avLst/>
          </a:prstGeom>
          <a:noFill/>
          <a:ln w="0">
            <a:noFill/>
          </a:ln>
        </p:spPr>
        <p:txBody>
          <a:bodyPr lIns="91440" rIns="91440" tIns="45720" bIns="45720" anchor="t">
            <a:noAutofit/>
          </a:bodyPr>
          <a:lstStyle>
            <a:lvl1pPr indent="0" algn="ctr">
              <a:buNone/>
              <a:defRPr b="0" lang="en-IN" sz="1400" spc="-1" strike="noStrike">
                <a:solidFill>
                  <a:srgbClr val="000000"/>
                </a:solidFill>
                <a:latin typeface="Times New Roman"/>
              </a:defRPr>
            </a:lvl1pPr>
          </a:lstStyle>
          <a:p>
            <a:pPr indent="0" algn="ctr">
              <a:buNone/>
            </a:pPr>
            <a:r>
              <a:rPr b="0" lang="en-IN" sz="1400" spc="-1" strike="noStrike">
                <a:solidFill>
                  <a:srgbClr val="000000"/>
                </a:solidFill>
                <a:latin typeface="Times New Roman"/>
              </a:rPr>
              <a:t>&lt;footer&gt;</a:t>
            </a:r>
            <a:endParaRPr b="0" lang="en-IN" sz="1400" spc="-1" strike="noStrike">
              <a:solidFill>
                <a:srgbClr val="000000"/>
              </a:solidFill>
              <a:latin typeface="Times New Roman"/>
            </a:endParaRPr>
          </a:p>
        </p:txBody>
      </p:sp>
      <p:sp>
        <p:nvSpPr>
          <p:cNvPr id="70" name="PlaceHolder 5"/>
          <p:cNvSpPr>
            <a:spLocks noGrp="1"/>
          </p:cNvSpPr>
          <p:nvPr>
            <p:ph type="sldNum" idx="17"/>
          </p:nvPr>
        </p:nvSpPr>
        <p:spPr>
          <a:xfrm>
            <a:off x="11199960" y="6415560"/>
            <a:ext cx="609120" cy="365760"/>
          </a:xfrm>
          <a:prstGeom prst="rect">
            <a:avLst/>
          </a:prstGeom>
          <a:noFill/>
          <a:ln w="0">
            <a:noFill/>
          </a:ln>
        </p:spPr>
        <p:txBody>
          <a:bodyPr lIns="91440" rIns="91440" tIns="45720" bIns="45720" anchor="ctr">
            <a:noAutofit/>
          </a:bodyPr>
          <a:lstStyle>
            <a:lvl1pPr indent="0" algn="r" defTabSz="914400">
              <a:lnSpc>
                <a:spcPct val="100000"/>
              </a:lnSpc>
              <a:buNone/>
              <a:defRPr b="0" lang="en-US" sz="1200" spc="-1" strike="noStrike">
                <a:solidFill>
                  <a:srgbClr val="1f497d"/>
                </a:solidFill>
                <a:latin typeface="Zurich Lt BT"/>
              </a:defRPr>
            </a:lvl1pPr>
          </a:lstStyle>
          <a:p>
            <a:pPr indent="0" algn="r" defTabSz="914400">
              <a:lnSpc>
                <a:spcPct val="100000"/>
              </a:lnSpc>
              <a:buNone/>
            </a:pPr>
            <a:fld id="{54393631-99E3-46CB-AB77-811906A7063B}" type="slidenum">
              <a:rPr b="0" lang="en-US" sz="1200" spc="-1" strike="noStrike">
                <a:solidFill>
                  <a:srgbClr val="1f497d"/>
                </a:solidFill>
                <a:latin typeface="Zurich Lt BT"/>
              </a:rPr>
              <a:t>&lt;number&gt;</a:t>
            </a:fld>
            <a:endParaRPr b="0" lang="en-IN" sz="1200" spc="-1" strike="noStrike">
              <a:solidFill>
                <a:srgbClr val="000000"/>
              </a:solidFill>
              <a:latin typeface="Times New Roman"/>
            </a:endParaRPr>
          </a:p>
        </p:txBody>
      </p:sp>
      <p:sp>
        <p:nvSpPr>
          <p:cNvPr id="71" name="PlaceHolder 6"/>
          <p:cNvSpPr>
            <a:spLocks noGrp="1"/>
          </p:cNvSpPr>
          <p:nvPr>
            <p:ph type="body"/>
          </p:nvPr>
        </p:nvSpPr>
        <p:spPr>
          <a:xfrm>
            <a:off x="201240" y="1143000"/>
            <a:ext cx="5359320" cy="3580920"/>
          </a:xfrm>
          <a:prstGeom prst="rect">
            <a:avLst/>
          </a:prstGeom>
          <a:noFill/>
          <a:ln w="0">
            <a:noFill/>
          </a:ln>
        </p:spPr>
        <p:txBody>
          <a:bodyPr lIns="91440" rIns="91440" tIns="45720" bIns="45720" anchor="t">
            <a:noAutofit/>
          </a:bodyPr>
          <a:p>
            <a:pPr marL="342720" indent="-342720" defTabSz="914400">
              <a:lnSpc>
                <a:spcPct val="100000"/>
              </a:lnSpc>
              <a:spcBef>
                <a:spcPts val="479"/>
              </a:spcBef>
              <a:buClr>
                <a:srgbClr val="053c6c"/>
              </a:buClr>
              <a:buFont typeface="Arial"/>
              <a:buChar char="•"/>
            </a:pPr>
            <a:r>
              <a:rPr b="0" lang="en-US" sz="2400" spc="-1" strike="noStrike">
                <a:solidFill>
                  <a:srgbClr val="053c6c"/>
                </a:solidFill>
                <a:latin typeface="Zurich BT"/>
              </a:rPr>
              <a:t>Text 1</a:t>
            </a:r>
            <a:endParaRPr b="0" lang="en-US" sz="2400" spc="-1" strike="noStrike">
              <a:solidFill>
                <a:schemeClr val="dk1"/>
              </a:solidFill>
              <a:latin typeface="Zurich BT"/>
            </a:endParaRPr>
          </a:p>
          <a:p>
            <a:pPr marL="342720" indent="-342720" defTabSz="914400">
              <a:lnSpc>
                <a:spcPct val="100000"/>
              </a:lnSpc>
              <a:spcBef>
                <a:spcPts val="479"/>
              </a:spcBef>
              <a:buClr>
                <a:srgbClr val="053c6c"/>
              </a:buClr>
              <a:buFont typeface="Arial"/>
              <a:buChar char="•"/>
            </a:pPr>
            <a:r>
              <a:rPr b="0" lang="en-US" sz="2400" spc="-1" strike="noStrike">
                <a:solidFill>
                  <a:srgbClr val="053c6c"/>
                </a:solidFill>
                <a:latin typeface="Zurich BT"/>
              </a:rPr>
              <a:t>Text 2</a:t>
            </a:r>
            <a:endParaRPr b="0" lang="en-US" sz="2400" spc="-1" strike="noStrike">
              <a:solidFill>
                <a:schemeClr val="dk1"/>
              </a:solidFill>
              <a:latin typeface="Zurich BT"/>
            </a:endParaRPr>
          </a:p>
          <a:p>
            <a:pPr lvl="1" marL="687240" indent="-344520" defTabSz="914400">
              <a:lnSpc>
                <a:spcPct val="100000"/>
              </a:lnSpc>
              <a:spcBef>
                <a:spcPts val="439"/>
              </a:spcBef>
              <a:buClr>
                <a:srgbClr val="053c6c"/>
              </a:buClr>
              <a:buFont typeface="Arial"/>
              <a:buChar char="•"/>
            </a:pPr>
            <a:r>
              <a:rPr b="0" lang="en-US" sz="2200" spc="-1" strike="noStrike">
                <a:solidFill>
                  <a:srgbClr val="053c6c"/>
                </a:solidFill>
                <a:latin typeface="Zurich BT"/>
              </a:rPr>
              <a:t>Text 3</a:t>
            </a:r>
            <a:endParaRPr b="0" lang="en-US" sz="2200" spc="-1" strike="noStrike">
              <a:solidFill>
                <a:schemeClr val="dk1"/>
              </a:solidFill>
              <a:latin typeface="Zurich BT"/>
            </a:endParaRPr>
          </a:p>
          <a:p>
            <a:pPr indent="0" defTabSz="914400">
              <a:lnSpc>
                <a:spcPct val="100000"/>
              </a:lnSpc>
              <a:spcBef>
                <a:spcPts val="439"/>
              </a:spcBef>
              <a:buNone/>
            </a:pPr>
            <a:endParaRPr b="0" lang="en-US" sz="2200" spc="-1" strike="noStrike">
              <a:solidFill>
                <a:schemeClr val="dk1"/>
              </a:solidFill>
              <a:latin typeface="Zurich BT"/>
            </a:endParaRPr>
          </a:p>
          <a:p>
            <a:pPr indent="0" defTabSz="914400">
              <a:lnSpc>
                <a:spcPct val="100000"/>
              </a:lnSpc>
              <a:spcBef>
                <a:spcPts val="439"/>
              </a:spcBef>
              <a:buNone/>
            </a:pPr>
            <a:endParaRPr b="0" lang="en-US" sz="2200" spc="-1" strike="noStrike">
              <a:solidFill>
                <a:schemeClr val="dk1"/>
              </a:solidFill>
              <a:latin typeface="Zurich BT"/>
            </a:endParaRPr>
          </a:p>
          <a:p>
            <a:pPr indent="0" defTabSz="914400">
              <a:lnSpc>
                <a:spcPct val="100000"/>
              </a:lnSpc>
              <a:spcBef>
                <a:spcPts val="479"/>
              </a:spcBef>
              <a:buNone/>
            </a:pPr>
            <a:endParaRPr b="0" lang="en-US" sz="2400" spc="-1" strike="noStrike">
              <a:solidFill>
                <a:schemeClr val="dk1"/>
              </a:solidFill>
              <a:latin typeface="Zurich BT"/>
            </a:endParaRPr>
          </a:p>
          <a:p>
            <a:pPr indent="0" defTabSz="914400">
              <a:lnSpc>
                <a:spcPct val="100000"/>
              </a:lnSpc>
              <a:spcBef>
                <a:spcPts val="479"/>
              </a:spcBef>
              <a:buNone/>
            </a:pPr>
            <a:endParaRPr b="0" lang="en-US" sz="2400" spc="-1" strike="noStrike">
              <a:solidFill>
                <a:schemeClr val="dk1"/>
              </a:solidFill>
              <a:latin typeface="Zurich BT"/>
            </a:endParaRPr>
          </a:p>
        </p:txBody>
      </p:sp>
    </p:spTree>
  </p:cSld>
  <p:clrMap bg1="lt1" bg2="lt2" tx1="dk1" tx2="dk2" accent1="accent1" accent2="accent2" accent3="accent3" accent4="accent4" accent5="accent5" accent6="accent6" hlink="hlink" folHlink="folHlink"/>
  <p:sldLayoutIdLst>
    <p:sldLayoutId id="2147483669" r:id="rId3"/>
  </p:sldLayoutIdLst>
</p:sldMaster>
</file>

<file path=ppt/slideMasters/slideMaster12.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pic>
        <p:nvPicPr>
          <p:cNvPr id="72" name="Picture 8" descr=""/>
          <p:cNvPicPr/>
          <p:nvPr/>
        </p:nvPicPr>
        <p:blipFill>
          <a:blip r:embed="rId2"/>
          <a:stretch/>
        </p:blipFill>
        <p:spPr>
          <a:xfrm>
            <a:off x="379440" y="5943600"/>
            <a:ext cx="718200" cy="761760"/>
          </a:xfrm>
          <a:prstGeom prst="rect">
            <a:avLst/>
          </a:prstGeom>
          <a:ln w="0">
            <a:noFill/>
          </a:ln>
        </p:spPr>
      </p:pic>
      <p:sp>
        <p:nvSpPr>
          <p:cNvPr id="73" name="PlaceHolder 1"/>
          <p:cNvSpPr>
            <a:spLocks noGrp="1"/>
          </p:cNvSpPr>
          <p:nvPr>
            <p:ph type="body"/>
          </p:nvPr>
        </p:nvSpPr>
        <p:spPr>
          <a:xfrm>
            <a:off x="203040" y="237240"/>
            <a:ext cx="11683800" cy="753120"/>
          </a:xfrm>
          <a:prstGeom prst="rect">
            <a:avLst/>
          </a:prstGeom>
          <a:noFill/>
          <a:ln w="0">
            <a:noFill/>
          </a:ln>
        </p:spPr>
        <p:txBody>
          <a:bodyPr lIns="91440" rIns="91440" tIns="45720" bIns="45720" anchor="t">
            <a:noAutofit/>
          </a:bodyPr>
          <a:p>
            <a:pPr indent="0" defTabSz="914400">
              <a:lnSpc>
                <a:spcPct val="100000"/>
              </a:lnSpc>
              <a:spcBef>
                <a:spcPts val="641"/>
              </a:spcBef>
              <a:buNone/>
              <a:tabLst>
                <a:tab algn="l" pos="0"/>
              </a:tabLst>
            </a:pPr>
            <a:r>
              <a:rPr b="1" lang="en-US" sz="3200" spc="-1" strike="noStrike">
                <a:solidFill>
                  <a:srgbClr val="841917"/>
                </a:solidFill>
                <a:latin typeface="Zurich BT"/>
              </a:rPr>
              <a:t>Heading</a:t>
            </a:r>
            <a:endParaRPr b="0" lang="en-US" sz="3200" spc="-1" strike="noStrike">
              <a:solidFill>
                <a:schemeClr val="dk1"/>
              </a:solidFill>
              <a:latin typeface="Zurich BT"/>
            </a:endParaRPr>
          </a:p>
        </p:txBody>
      </p:sp>
      <p:sp>
        <p:nvSpPr>
          <p:cNvPr id="74" name="PlaceHolder 2"/>
          <p:cNvSpPr>
            <a:spLocks noGrp="1"/>
          </p:cNvSpPr>
          <p:nvPr>
            <p:ph type="body"/>
          </p:nvPr>
        </p:nvSpPr>
        <p:spPr>
          <a:xfrm>
            <a:off x="6474960" y="1143000"/>
            <a:ext cx="5410440" cy="3580920"/>
          </a:xfrm>
          <a:prstGeom prst="rect">
            <a:avLst/>
          </a:prstGeom>
          <a:noFill/>
          <a:ln w="0">
            <a:noFill/>
          </a:ln>
        </p:spPr>
        <p:txBody>
          <a:bodyPr lIns="91440" rIns="91440" tIns="45720" bIns="45720" anchor="t">
            <a:noAutofit/>
          </a:bodyPr>
          <a:p>
            <a:pPr indent="0" defTabSz="914400">
              <a:lnSpc>
                <a:spcPct val="100000"/>
              </a:lnSpc>
              <a:buNone/>
            </a:pPr>
            <a:r>
              <a:rPr b="0" lang="en-US" sz="2400" spc="-1" strike="noStrike">
                <a:solidFill>
                  <a:srgbClr val="053c6c"/>
                </a:solidFill>
                <a:latin typeface="Zurich BT"/>
              </a:rPr>
              <a:t>Smart Art Graphic</a:t>
            </a:r>
            <a:endParaRPr b="0" lang="en-US" sz="2400" spc="-1" strike="noStrike">
              <a:solidFill>
                <a:schemeClr val="dk1"/>
              </a:solidFill>
              <a:latin typeface="Zurich BT"/>
            </a:endParaRPr>
          </a:p>
        </p:txBody>
      </p:sp>
      <p:sp>
        <p:nvSpPr>
          <p:cNvPr id="75" name="PlaceHolder 3"/>
          <p:cNvSpPr>
            <a:spLocks noGrp="1"/>
          </p:cNvSpPr>
          <p:nvPr>
            <p:ph type="body"/>
          </p:nvPr>
        </p:nvSpPr>
        <p:spPr>
          <a:xfrm>
            <a:off x="227160" y="5029200"/>
            <a:ext cx="11658240" cy="914040"/>
          </a:xfrm>
          <a:prstGeom prst="rect">
            <a:avLst/>
          </a:prstGeom>
          <a:noFill/>
          <a:ln w="0">
            <a:noFill/>
          </a:ln>
        </p:spPr>
        <p:txBody>
          <a:bodyPr lIns="91440" rIns="91440" tIns="45720" bIns="45720" anchor="t">
            <a:noAutofit/>
          </a:bodyPr>
          <a:p>
            <a:pPr marL="342720" indent="-342720" defTabSz="914400">
              <a:lnSpc>
                <a:spcPct val="100000"/>
              </a:lnSpc>
              <a:spcBef>
                <a:spcPts val="400"/>
              </a:spcBef>
              <a:buClr>
                <a:srgbClr val="053c6c"/>
              </a:buClr>
              <a:buFont typeface="Arial"/>
              <a:buChar char="•"/>
            </a:pPr>
            <a:r>
              <a:rPr b="0" lang="en-US" sz="2000" spc="-1" strike="noStrike">
                <a:solidFill>
                  <a:srgbClr val="053c6c"/>
                </a:solidFill>
                <a:latin typeface="Zurich BT"/>
              </a:rPr>
              <a:t>Sub Text</a:t>
            </a:r>
            <a:endParaRPr b="0" lang="en-US" sz="2000" spc="-1" strike="noStrike">
              <a:solidFill>
                <a:schemeClr val="dk1"/>
              </a:solidFill>
              <a:latin typeface="Zurich BT"/>
            </a:endParaRPr>
          </a:p>
          <a:p>
            <a:pPr marL="342720" indent="-342720" defTabSz="914400">
              <a:lnSpc>
                <a:spcPct val="100000"/>
              </a:lnSpc>
              <a:spcBef>
                <a:spcPts val="400"/>
              </a:spcBef>
              <a:buClr>
                <a:srgbClr val="053c6c"/>
              </a:buClr>
              <a:buFont typeface="Arial"/>
              <a:buChar char="•"/>
            </a:pPr>
            <a:r>
              <a:rPr b="0" lang="en-US" sz="2000" spc="-1" strike="noStrike">
                <a:solidFill>
                  <a:srgbClr val="053c6c"/>
                </a:solidFill>
                <a:latin typeface="Zurich BT"/>
              </a:rPr>
              <a:t>Sub Text</a:t>
            </a:r>
            <a:endParaRPr b="0" lang="en-US" sz="2000" spc="-1" strike="noStrike">
              <a:solidFill>
                <a:schemeClr val="dk1"/>
              </a:solidFill>
              <a:latin typeface="Zurich BT"/>
            </a:endParaRPr>
          </a:p>
        </p:txBody>
      </p:sp>
      <p:sp>
        <p:nvSpPr>
          <p:cNvPr id="76" name="PlaceHolder 4"/>
          <p:cNvSpPr>
            <a:spLocks noGrp="1"/>
          </p:cNvSpPr>
          <p:nvPr>
            <p:ph type="ftr" idx="18"/>
          </p:nvPr>
        </p:nvSpPr>
        <p:spPr>
          <a:xfrm>
            <a:off x="1214640" y="6422400"/>
            <a:ext cx="3860280" cy="365760"/>
          </a:xfrm>
          <a:prstGeom prst="rect">
            <a:avLst/>
          </a:prstGeom>
          <a:noFill/>
          <a:ln w="0">
            <a:noFill/>
          </a:ln>
        </p:spPr>
        <p:txBody>
          <a:bodyPr lIns="91440" rIns="91440" tIns="45720" bIns="45720" anchor="t">
            <a:noAutofit/>
          </a:bodyPr>
          <a:lstStyle>
            <a:lvl1pPr indent="0" algn="ctr">
              <a:buNone/>
              <a:defRPr b="0" lang="en-IN" sz="1400" spc="-1" strike="noStrike">
                <a:solidFill>
                  <a:srgbClr val="000000"/>
                </a:solidFill>
                <a:latin typeface="Times New Roman"/>
              </a:defRPr>
            </a:lvl1pPr>
          </a:lstStyle>
          <a:p>
            <a:pPr indent="0" algn="ctr">
              <a:buNone/>
            </a:pPr>
            <a:r>
              <a:rPr b="0" lang="en-IN" sz="1400" spc="-1" strike="noStrike">
                <a:solidFill>
                  <a:srgbClr val="000000"/>
                </a:solidFill>
                <a:latin typeface="Times New Roman"/>
              </a:rPr>
              <a:t>&lt;footer&gt;</a:t>
            </a:r>
            <a:endParaRPr b="0" lang="en-IN" sz="1400" spc="-1" strike="noStrike">
              <a:solidFill>
                <a:srgbClr val="000000"/>
              </a:solidFill>
              <a:latin typeface="Times New Roman"/>
            </a:endParaRPr>
          </a:p>
        </p:txBody>
      </p:sp>
      <p:sp>
        <p:nvSpPr>
          <p:cNvPr id="77" name="PlaceHolder 5"/>
          <p:cNvSpPr>
            <a:spLocks noGrp="1"/>
          </p:cNvSpPr>
          <p:nvPr>
            <p:ph type="sldNum" idx="19"/>
          </p:nvPr>
        </p:nvSpPr>
        <p:spPr>
          <a:xfrm>
            <a:off x="11199960" y="6415560"/>
            <a:ext cx="609120" cy="365760"/>
          </a:xfrm>
          <a:prstGeom prst="rect">
            <a:avLst/>
          </a:prstGeom>
          <a:noFill/>
          <a:ln w="0">
            <a:noFill/>
          </a:ln>
        </p:spPr>
        <p:txBody>
          <a:bodyPr lIns="91440" rIns="91440" tIns="45720" bIns="45720" anchor="ctr">
            <a:noAutofit/>
          </a:bodyPr>
          <a:lstStyle>
            <a:lvl1pPr indent="0" algn="r" defTabSz="914400">
              <a:lnSpc>
                <a:spcPct val="100000"/>
              </a:lnSpc>
              <a:buNone/>
              <a:defRPr b="0" lang="en-US" sz="1200" spc="-1" strike="noStrike">
                <a:solidFill>
                  <a:srgbClr val="1f497d"/>
                </a:solidFill>
                <a:latin typeface="Zurich Lt BT"/>
              </a:defRPr>
            </a:lvl1pPr>
          </a:lstStyle>
          <a:p>
            <a:pPr indent="0" algn="r" defTabSz="914400">
              <a:lnSpc>
                <a:spcPct val="100000"/>
              </a:lnSpc>
              <a:buNone/>
            </a:pPr>
            <a:fld id="{7A25833A-F813-4CA1-A27F-B85156CEF9CE}" type="slidenum">
              <a:rPr b="0" lang="en-US" sz="1200" spc="-1" strike="noStrike">
                <a:solidFill>
                  <a:srgbClr val="1f497d"/>
                </a:solidFill>
                <a:latin typeface="Zurich Lt BT"/>
              </a:rPr>
              <a:t>&lt;number&gt;</a:t>
            </a:fld>
            <a:endParaRPr b="0" lang="en-IN" sz="1200" spc="-1" strike="noStrike">
              <a:solidFill>
                <a:srgbClr val="000000"/>
              </a:solidFill>
              <a:latin typeface="Times New Roman"/>
            </a:endParaRPr>
          </a:p>
        </p:txBody>
      </p:sp>
      <p:sp>
        <p:nvSpPr>
          <p:cNvPr id="78" name="PlaceHolder 6"/>
          <p:cNvSpPr>
            <a:spLocks noGrp="1"/>
          </p:cNvSpPr>
          <p:nvPr>
            <p:ph type="body"/>
          </p:nvPr>
        </p:nvSpPr>
        <p:spPr>
          <a:xfrm>
            <a:off x="201240" y="1143000"/>
            <a:ext cx="5359320" cy="3580920"/>
          </a:xfrm>
          <a:prstGeom prst="rect">
            <a:avLst/>
          </a:prstGeom>
          <a:noFill/>
          <a:ln w="0">
            <a:noFill/>
          </a:ln>
        </p:spPr>
        <p:txBody>
          <a:bodyPr lIns="91440" rIns="91440" tIns="45720" bIns="45720" anchor="t">
            <a:noAutofit/>
          </a:bodyPr>
          <a:p>
            <a:pPr marL="342720" indent="-342720" defTabSz="914400">
              <a:lnSpc>
                <a:spcPct val="100000"/>
              </a:lnSpc>
              <a:spcBef>
                <a:spcPts val="479"/>
              </a:spcBef>
              <a:buClr>
                <a:srgbClr val="053c6c"/>
              </a:buClr>
              <a:buFont typeface="Arial"/>
              <a:buChar char="•"/>
            </a:pPr>
            <a:r>
              <a:rPr b="0" lang="en-US" sz="2400" spc="-1" strike="noStrike">
                <a:solidFill>
                  <a:srgbClr val="053c6c"/>
                </a:solidFill>
                <a:latin typeface="Zurich BT"/>
              </a:rPr>
              <a:t>Text 1</a:t>
            </a:r>
            <a:endParaRPr b="0" lang="en-US" sz="2400" spc="-1" strike="noStrike">
              <a:solidFill>
                <a:schemeClr val="dk1"/>
              </a:solidFill>
              <a:latin typeface="Zurich BT"/>
            </a:endParaRPr>
          </a:p>
          <a:p>
            <a:pPr marL="342720" indent="-342720" defTabSz="914400">
              <a:lnSpc>
                <a:spcPct val="100000"/>
              </a:lnSpc>
              <a:spcBef>
                <a:spcPts val="479"/>
              </a:spcBef>
              <a:buClr>
                <a:srgbClr val="053c6c"/>
              </a:buClr>
              <a:buFont typeface="Arial"/>
              <a:buChar char="•"/>
            </a:pPr>
            <a:r>
              <a:rPr b="0" lang="en-US" sz="2400" spc="-1" strike="noStrike">
                <a:solidFill>
                  <a:srgbClr val="053c6c"/>
                </a:solidFill>
                <a:latin typeface="Zurich BT"/>
              </a:rPr>
              <a:t>Text 2</a:t>
            </a:r>
            <a:endParaRPr b="0" lang="en-US" sz="2400" spc="-1" strike="noStrike">
              <a:solidFill>
                <a:schemeClr val="dk1"/>
              </a:solidFill>
              <a:latin typeface="Zurich BT"/>
            </a:endParaRPr>
          </a:p>
          <a:p>
            <a:pPr lvl="1" marL="687240" indent="-344520" defTabSz="914400">
              <a:lnSpc>
                <a:spcPct val="100000"/>
              </a:lnSpc>
              <a:spcBef>
                <a:spcPts val="439"/>
              </a:spcBef>
              <a:buClr>
                <a:srgbClr val="053c6c"/>
              </a:buClr>
              <a:buFont typeface="Arial"/>
              <a:buChar char="•"/>
            </a:pPr>
            <a:r>
              <a:rPr b="0" lang="en-US" sz="2200" spc="-1" strike="noStrike">
                <a:solidFill>
                  <a:srgbClr val="053c6c"/>
                </a:solidFill>
                <a:latin typeface="Zurich BT"/>
              </a:rPr>
              <a:t>Text 3</a:t>
            </a:r>
            <a:endParaRPr b="0" lang="en-US" sz="2200" spc="-1" strike="noStrike">
              <a:solidFill>
                <a:schemeClr val="dk1"/>
              </a:solidFill>
              <a:latin typeface="Zurich BT"/>
            </a:endParaRPr>
          </a:p>
          <a:p>
            <a:pPr indent="0" defTabSz="914400">
              <a:lnSpc>
                <a:spcPct val="100000"/>
              </a:lnSpc>
              <a:spcBef>
                <a:spcPts val="439"/>
              </a:spcBef>
              <a:buNone/>
            </a:pPr>
            <a:endParaRPr b="0" lang="en-US" sz="2200" spc="-1" strike="noStrike">
              <a:solidFill>
                <a:schemeClr val="dk1"/>
              </a:solidFill>
              <a:latin typeface="Zurich BT"/>
            </a:endParaRPr>
          </a:p>
          <a:p>
            <a:pPr indent="0" defTabSz="914400">
              <a:lnSpc>
                <a:spcPct val="100000"/>
              </a:lnSpc>
              <a:spcBef>
                <a:spcPts val="439"/>
              </a:spcBef>
              <a:buNone/>
            </a:pPr>
            <a:endParaRPr b="0" lang="en-US" sz="2200" spc="-1" strike="noStrike">
              <a:solidFill>
                <a:schemeClr val="dk1"/>
              </a:solidFill>
              <a:latin typeface="Zurich BT"/>
            </a:endParaRPr>
          </a:p>
          <a:p>
            <a:pPr indent="0" defTabSz="914400">
              <a:lnSpc>
                <a:spcPct val="100000"/>
              </a:lnSpc>
              <a:spcBef>
                <a:spcPts val="479"/>
              </a:spcBef>
              <a:buNone/>
            </a:pPr>
            <a:endParaRPr b="0" lang="en-US" sz="2400" spc="-1" strike="noStrike">
              <a:solidFill>
                <a:schemeClr val="dk1"/>
              </a:solidFill>
              <a:latin typeface="Zurich BT"/>
            </a:endParaRPr>
          </a:p>
        </p:txBody>
      </p:sp>
    </p:spTree>
  </p:cSld>
  <p:clrMap bg1="lt1" bg2="lt2" tx1="dk1" tx2="dk2" accent1="accent1" accent2="accent2" accent3="accent3" accent4="accent4" accent5="accent5" accent6="accent6" hlink="hlink" folHlink="folHlink"/>
  <p:sldLayoutIdLst>
    <p:sldLayoutId id="2147483671" r:id="rId3"/>
  </p:sldLayoutIdLst>
</p:sldMaster>
</file>

<file path=ppt/slideMasters/slideMaster13.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pic>
        <p:nvPicPr>
          <p:cNvPr id="79" name="Picture 8" descr=""/>
          <p:cNvPicPr/>
          <p:nvPr/>
        </p:nvPicPr>
        <p:blipFill>
          <a:blip r:embed="rId2"/>
          <a:stretch/>
        </p:blipFill>
        <p:spPr>
          <a:xfrm>
            <a:off x="379440" y="5943600"/>
            <a:ext cx="718200" cy="761760"/>
          </a:xfrm>
          <a:prstGeom prst="rect">
            <a:avLst/>
          </a:prstGeom>
          <a:ln w="0">
            <a:noFill/>
          </a:ln>
        </p:spPr>
      </p:pic>
      <p:sp>
        <p:nvSpPr>
          <p:cNvPr id="80" name="PlaceHolder 1"/>
          <p:cNvSpPr>
            <a:spLocks noGrp="1"/>
          </p:cNvSpPr>
          <p:nvPr>
            <p:ph type="body"/>
          </p:nvPr>
        </p:nvSpPr>
        <p:spPr>
          <a:xfrm>
            <a:off x="203040" y="237240"/>
            <a:ext cx="11683800" cy="753120"/>
          </a:xfrm>
          <a:prstGeom prst="rect">
            <a:avLst/>
          </a:prstGeom>
          <a:noFill/>
          <a:ln w="0">
            <a:noFill/>
          </a:ln>
        </p:spPr>
        <p:txBody>
          <a:bodyPr lIns="91440" rIns="91440" tIns="45720" bIns="45720" anchor="t">
            <a:noAutofit/>
          </a:bodyPr>
          <a:p>
            <a:pPr indent="0" defTabSz="457200">
              <a:lnSpc>
                <a:spcPct val="100000"/>
              </a:lnSpc>
              <a:spcBef>
                <a:spcPts val="641"/>
              </a:spcBef>
              <a:buNone/>
              <a:tabLst>
                <a:tab algn="l" pos="0"/>
              </a:tabLst>
            </a:pPr>
            <a:r>
              <a:rPr b="1" lang="en-US" sz="3200" spc="-1" strike="noStrike">
                <a:solidFill>
                  <a:srgbClr val="841917"/>
                </a:solidFill>
                <a:latin typeface="Zurich BT"/>
              </a:rPr>
              <a:t>Heading</a:t>
            </a:r>
            <a:endParaRPr b="0" lang="en-US" sz="3200" spc="-1" strike="noStrike">
              <a:solidFill>
                <a:schemeClr val="dk1"/>
              </a:solidFill>
              <a:latin typeface="Zurich BT"/>
            </a:endParaRPr>
          </a:p>
        </p:txBody>
      </p:sp>
      <p:sp>
        <p:nvSpPr>
          <p:cNvPr id="81" name="PlaceHolder 2"/>
          <p:cNvSpPr>
            <a:spLocks noGrp="1"/>
          </p:cNvSpPr>
          <p:nvPr>
            <p:ph type="body"/>
          </p:nvPr>
        </p:nvSpPr>
        <p:spPr>
          <a:xfrm>
            <a:off x="227160" y="1092240"/>
            <a:ext cx="4673160" cy="659880"/>
          </a:xfrm>
          <a:prstGeom prst="rect">
            <a:avLst/>
          </a:prstGeom>
          <a:noFill/>
          <a:ln w="0">
            <a:noFill/>
          </a:ln>
        </p:spPr>
        <p:txBody>
          <a:bodyPr lIns="91440" rIns="91440" tIns="45720" bIns="45720" anchor="t">
            <a:noAutofit/>
          </a:bodyPr>
          <a:p>
            <a:pPr indent="0" defTabSz="457200">
              <a:lnSpc>
                <a:spcPct val="100000"/>
              </a:lnSpc>
              <a:spcBef>
                <a:spcPts val="479"/>
              </a:spcBef>
              <a:buNone/>
              <a:tabLst>
                <a:tab algn="l" pos="0"/>
              </a:tabLst>
            </a:pPr>
            <a:r>
              <a:rPr b="1" lang="en-US" sz="2400" spc="-1" strike="noStrike">
                <a:solidFill>
                  <a:srgbClr val="053c6c"/>
                </a:solidFill>
                <a:latin typeface="Zurich BT"/>
              </a:rPr>
              <a:t>Text</a:t>
            </a:r>
            <a:endParaRPr b="0" lang="en-US" sz="2400" spc="-1" strike="noStrike">
              <a:solidFill>
                <a:schemeClr val="dk1"/>
              </a:solidFill>
              <a:latin typeface="Zurich BT"/>
            </a:endParaRPr>
          </a:p>
        </p:txBody>
      </p:sp>
      <p:sp>
        <p:nvSpPr>
          <p:cNvPr id="82" name="PlaceHolder 3"/>
          <p:cNvSpPr>
            <a:spLocks noGrp="1"/>
          </p:cNvSpPr>
          <p:nvPr>
            <p:ph type="body"/>
          </p:nvPr>
        </p:nvSpPr>
        <p:spPr>
          <a:xfrm>
            <a:off x="209160" y="2110320"/>
            <a:ext cx="11676240" cy="3375720"/>
          </a:xfrm>
          <a:prstGeom prst="rect">
            <a:avLst/>
          </a:prstGeom>
          <a:noFill/>
          <a:ln w="0">
            <a:noFill/>
          </a:ln>
        </p:spPr>
        <p:txBody>
          <a:bodyPr lIns="91440" rIns="91440" tIns="45720" bIns="45720" anchor="t">
            <a:noAutofit/>
          </a:bodyPr>
          <a:p>
            <a:pPr indent="0" defTabSz="914400">
              <a:lnSpc>
                <a:spcPct val="100000"/>
              </a:lnSpc>
              <a:buNone/>
            </a:pPr>
            <a:r>
              <a:rPr b="0" lang="en-US" sz="2400" spc="-1" strike="noStrike">
                <a:solidFill>
                  <a:srgbClr val="053c6c"/>
                </a:solidFill>
                <a:latin typeface="Zurich BT"/>
              </a:rPr>
              <a:t>Chart </a:t>
            </a:r>
            <a:endParaRPr b="0" lang="en-US" sz="2400" spc="-1" strike="noStrike">
              <a:solidFill>
                <a:schemeClr val="dk1"/>
              </a:solidFill>
              <a:latin typeface="Zurich BT"/>
            </a:endParaRPr>
          </a:p>
        </p:txBody>
      </p:sp>
      <p:sp>
        <p:nvSpPr>
          <p:cNvPr id="83" name="PlaceHolder 4"/>
          <p:cNvSpPr>
            <a:spLocks noGrp="1"/>
          </p:cNvSpPr>
          <p:nvPr>
            <p:ph type="ftr" idx="20"/>
          </p:nvPr>
        </p:nvSpPr>
        <p:spPr>
          <a:xfrm>
            <a:off x="1214640" y="6422400"/>
            <a:ext cx="3860280" cy="365760"/>
          </a:xfrm>
          <a:prstGeom prst="rect">
            <a:avLst/>
          </a:prstGeom>
          <a:noFill/>
          <a:ln w="0">
            <a:noFill/>
          </a:ln>
        </p:spPr>
        <p:txBody>
          <a:bodyPr lIns="91440" rIns="91440" tIns="45720" bIns="45720" anchor="t">
            <a:noAutofit/>
          </a:bodyPr>
          <a:lstStyle>
            <a:lvl1pPr indent="0" algn="ctr">
              <a:buNone/>
              <a:defRPr b="0" lang="en-IN" sz="1400" spc="-1" strike="noStrike">
                <a:solidFill>
                  <a:srgbClr val="000000"/>
                </a:solidFill>
                <a:latin typeface="Times New Roman"/>
              </a:defRPr>
            </a:lvl1pPr>
          </a:lstStyle>
          <a:p>
            <a:pPr indent="0" algn="ctr">
              <a:buNone/>
            </a:pPr>
            <a:r>
              <a:rPr b="0" lang="en-IN" sz="1400" spc="-1" strike="noStrike">
                <a:solidFill>
                  <a:srgbClr val="000000"/>
                </a:solidFill>
                <a:latin typeface="Times New Roman"/>
              </a:rPr>
              <a:t>&lt;footer&gt;</a:t>
            </a:r>
            <a:endParaRPr b="0" lang="en-IN" sz="1400" spc="-1" strike="noStrike">
              <a:solidFill>
                <a:srgbClr val="000000"/>
              </a:solidFill>
              <a:latin typeface="Times New Roman"/>
            </a:endParaRPr>
          </a:p>
        </p:txBody>
      </p:sp>
      <p:sp>
        <p:nvSpPr>
          <p:cNvPr id="84" name="PlaceHolder 5"/>
          <p:cNvSpPr>
            <a:spLocks noGrp="1"/>
          </p:cNvSpPr>
          <p:nvPr>
            <p:ph type="sldNum" idx="21"/>
          </p:nvPr>
        </p:nvSpPr>
        <p:spPr>
          <a:xfrm>
            <a:off x="11199960" y="6415560"/>
            <a:ext cx="609120" cy="365760"/>
          </a:xfrm>
          <a:prstGeom prst="rect">
            <a:avLst/>
          </a:prstGeom>
          <a:noFill/>
          <a:ln w="0">
            <a:noFill/>
          </a:ln>
        </p:spPr>
        <p:txBody>
          <a:bodyPr lIns="91440" rIns="91440" tIns="45720" bIns="45720" anchor="ctr">
            <a:noAutofit/>
          </a:bodyPr>
          <a:lstStyle>
            <a:lvl1pPr indent="0" algn="r" defTabSz="914400">
              <a:lnSpc>
                <a:spcPct val="100000"/>
              </a:lnSpc>
              <a:buNone/>
              <a:defRPr b="0" lang="en-US" sz="1200" spc="-1" strike="noStrike">
                <a:solidFill>
                  <a:srgbClr val="1f497d"/>
                </a:solidFill>
                <a:latin typeface="Zurich Lt BT"/>
              </a:defRPr>
            </a:lvl1pPr>
          </a:lstStyle>
          <a:p>
            <a:pPr indent="0" algn="r" defTabSz="914400">
              <a:lnSpc>
                <a:spcPct val="100000"/>
              </a:lnSpc>
              <a:buNone/>
            </a:pPr>
            <a:fld id="{C196F645-54B8-40CE-9F8C-76A6F3A82095}" type="slidenum">
              <a:rPr b="0" lang="en-US" sz="1200" spc="-1" strike="noStrike">
                <a:solidFill>
                  <a:srgbClr val="1f497d"/>
                </a:solidFill>
                <a:latin typeface="Zurich Lt BT"/>
              </a:rPr>
              <a:t>&lt;number&gt;</a:t>
            </a:fld>
            <a:endParaRPr b="0" lang="en-IN" sz="12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73" r:id="rId3"/>
  </p:sldLayoutIdLst>
</p:sldMaster>
</file>

<file path=ppt/slideMasters/slideMaster14.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pic>
        <p:nvPicPr>
          <p:cNvPr id="85" name="Picture 8" descr=""/>
          <p:cNvPicPr/>
          <p:nvPr/>
        </p:nvPicPr>
        <p:blipFill>
          <a:blip r:embed="rId2"/>
          <a:stretch/>
        </p:blipFill>
        <p:spPr>
          <a:xfrm>
            <a:off x="379440" y="5943600"/>
            <a:ext cx="718200" cy="761760"/>
          </a:xfrm>
          <a:prstGeom prst="rect">
            <a:avLst/>
          </a:prstGeom>
          <a:ln w="0">
            <a:noFill/>
          </a:ln>
        </p:spPr>
      </p:pic>
      <p:sp>
        <p:nvSpPr>
          <p:cNvPr id="86" name="PlaceHolder 1"/>
          <p:cNvSpPr>
            <a:spLocks noGrp="1"/>
          </p:cNvSpPr>
          <p:nvPr>
            <p:ph type="body"/>
          </p:nvPr>
        </p:nvSpPr>
        <p:spPr>
          <a:xfrm>
            <a:off x="203040" y="237240"/>
            <a:ext cx="11683800" cy="753120"/>
          </a:xfrm>
          <a:prstGeom prst="rect">
            <a:avLst/>
          </a:prstGeom>
          <a:noFill/>
          <a:ln w="0">
            <a:noFill/>
          </a:ln>
        </p:spPr>
        <p:txBody>
          <a:bodyPr lIns="91440" rIns="91440" tIns="45720" bIns="45720" anchor="t">
            <a:noAutofit/>
          </a:bodyPr>
          <a:p>
            <a:pPr indent="0" defTabSz="457200">
              <a:lnSpc>
                <a:spcPct val="100000"/>
              </a:lnSpc>
              <a:spcBef>
                <a:spcPts val="641"/>
              </a:spcBef>
              <a:buNone/>
              <a:tabLst>
                <a:tab algn="l" pos="0"/>
              </a:tabLst>
            </a:pPr>
            <a:r>
              <a:rPr b="1" lang="en-US" sz="3200" spc="-1" strike="noStrike">
                <a:solidFill>
                  <a:srgbClr val="841917"/>
                </a:solidFill>
                <a:latin typeface="Zurich BT"/>
              </a:rPr>
              <a:t>Heading</a:t>
            </a:r>
            <a:endParaRPr b="0" lang="en-US" sz="3200" spc="-1" strike="noStrike">
              <a:solidFill>
                <a:schemeClr val="dk1"/>
              </a:solidFill>
              <a:latin typeface="Zurich BT"/>
            </a:endParaRPr>
          </a:p>
        </p:txBody>
      </p:sp>
      <p:sp>
        <p:nvSpPr>
          <p:cNvPr id="87" name="PlaceHolder 2"/>
          <p:cNvSpPr>
            <a:spLocks noGrp="1"/>
          </p:cNvSpPr>
          <p:nvPr>
            <p:ph type="body"/>
          </p:nvPr>
        </p:nvSpPr>
        <p:spPr>
          <a:xfrm>
            <a:off x="217800" y="1193760"/>
            <a:ext cx="5571720" cy="3951000"/>
          </a:xfrm>
          <a:prstGeom prst="rect">
            <a:avLst/>
          </a:prstGeom>
          <a:noFill/>
          <a:ln w="0">
            <a:noFill/>
          </a:ln>
        </p:spPr>
        <p:txBody>
          <a:bodyPr lIns="91440" rIns="91440" tIns="45720" bIns="45720" anchor="t">
            <a:noAutofit/>
          </a:bodyPr>
          <a:p>
            <a:pPr indent="0" defTabSz="914400">
              <a:lnSpc>
                <a:spcPct val="100000"/>
              </a:lnSpc>
              <a:buNone/>
            </a:pPr>
            <a:r>
              <a:rPr b="0" lang="en-US" sz="2400" spc="-1" strike="noStrike">
                <a:solidFill>
                  <a:srgbClr val="053c6c"/>
                </a:solidFill>
                <a:latin typeface="Zurich BT"/>
              </a:rPr>
              <a:t>Chart</a:t>
            </a:r>
            <a:endParaRPr b="0" lang="en-US" sz="2400" spc="-1" strike="noStrike">
              <a:solidFill>
                <a:schemeClr val="dk1"/>
              </a:solidFill>
              <a:latin typeface="Zurich BT"/>
            </a:endParaRPr>
          </a:p>
        </p:txBody>
      </p:sp>
      <p:sp>
        <p:nvSpPr>
          <p:cNvPr id="88" name="PlaceHolder 3"/>
          <p:cNvSpPr>
            <a:spLocks noGrp="1"/>
          </p:cNvSpPr>
          <p:nvPr>
            <p:ph type="body"/>
          </p:nvPr>
        </p:nvSpPr>
        <p:spPr>
          <a:xfrm>
            <a:off x="6312960" y="1193760"/>
            <a:ext cx="5572440" cy="3951000"/>
          </a:xfrm>
          <a:prstGeom prst="rect">
            <a:avLst/>
          </a:prstGeom>
          <a:noFill/>
          <a:ln w="0">
            <a:noFill/>
          </a:ln>
        </p:spPr>
        <p:txBody>
          <a:bodyPr lIns="91440" rIns="91440" tIns="45720" bIns="45720" anchor="t">
            <a:noAutofit/>
          </a:bodyPr>
          <a:p>
            <a:pPr indent="0" defTabSz="914400">
              <a:lnSpc>
                <a:spcPct val="100000"/>
              </a:lnSpc>
              <a:buNone/>
            </a:pPr>
            <a:r>
              <a:rPr b="0" lang="en-US" sz="2400" spc="-1" strike="noStrike">
                <a:solidFill>
                  <a:srgbClr val="053c6c"/>
                </a:solidFill>
                <a:latin typeface="Zurich BT"/>
              </a:rPr>
              <a:t>Chart</a:t>
            </a:r>
            <a:endParaRPr b="0" lang="en-US" sz="2400" spc="-1" strike="noStrike">
              <a:solidFill>
                <a:schemeClr val="dk1"/>
              </a:solidFill>
              <a:latin typeface="Zurich BT"/>
            </a:endParaRPr>
          </a:p>
        </p:txBody>
      </p:sp>
      <p:sp>
        <p:nvSpPr>
          <p:cNvPr id="89" name="PlaceHolder 4"/>
          <p:cNvSpPr>
            <a:spLocks noGrp="1"/>
          </p:cNvSpPr>
          <p:nvPr>
            <p:ph type="body"/>
          </p:nvPr>
        </p:nvSpPr>
        <p:spPr>
          <a:xfrm>
            <a:off x="6323040" y="5257800"/>
            <a:ext cx="5572440" cy="533160"/>
          </a:xfrm>
          <a:prstGeom prst="rect">
            <a:avLst/>
          </a:prstGeom>
          <a:solidFill>
            <a:srgbClr val="97291e"/>
          </a:solidFill>
          <a:ln w="0">
            <a:noFill/>
          </a:ln>
        </p:spPr>
        <p:txBody>
          <a:bodyPr lIns="91440" rIns="91440" tIns="45720" bIns="45720" anchor="ctr">
            <a:noAutofit/>
          </a:bodyPr>
          <a:p>
            <a:pPr marL="342720" indent="-342720" algn="ctr" defTabSz="457200">
              <a:lnSpc>
                <a:spcPct val="100000"/>
              </a:lnSpc>
              <a:spcBef>
                <a:spcPts val="380"/>
              </a:spcBef>
              <a:buNone/>
              <a:tabLst>
                <a:tab algn="l" pos="0"/>
              </a:tabLst>
            </a:pPr>
            <a:r>
              <a:rPr b="1" lang="en-US" sz="1900" spc="-1" strike="noStrike">
                <a:solidFill>
                  <a:schemeClr val="lt1"/>
                </a:solidFill>
                <a:latin typeface="Zurich BT Roman"/>
              </a:rPr>
              <a:t> </a:t>
            </a:r>
            <a:r>
              <a:rPr b="1" lang="en-US" sz="1900" spc="-1" strike="noStrike">
                <a:solidFill>
                  <a:schemeClr val="lt1"/>
                </a:solidFill>
                <a:latin typeface="Zurich BT Roman"/>
              </a:rPr>
              <a:t>Text</a:t>
            </a:r>
            <a:endParaRPr b="0" lang="en-US" sz="1900" spc="-1" strike="noStrike">
              <a:solidFill>
                <a:schemeClr val="dk1"/>
              </a:solidFill>
              <a:latin typeface="Zurich BT"/>
            </a:endParaRPr>
          </a:p>
        </p:txBody>
      </p:sp>
      <p:sp>
        <p:nvSpPr>
          <p:cNvPr id="90" name="PlaceHolder 5"/>
          <p:cNvSpPr>
            <a:spLocks noGrp="1"/>
          </p:cNvSpPr>
          <p:nvPr>
            <p:ph type="body"/>
          </p:nvPr>
        </p:nvSpPr>
        <p:spPr>
          <a:xfrm>
            <a:off x="199440" y="5257800"/>
            <a:ext cx="5572440" cy="456840"/>
          </a:xfrm>
          <a:prstGeom prst="rect">
            <a:avLst/>
          </a:prstGeom>
          <a:solidFill>
            <a:srgbClr val="e77817"/>
          </a:solidFill>
          <a:ln w="0">
            <a:noFill/>
          </a:ln>
        </p:spPr>
        <p:txBody>
          <a:bodyPr lIns="91440" rIns="91440" tIns="45720" bIns="45720" anchor="ctr">
            <a:noAutofit/>
          </a:bodyPr>
          <a:p>
            <a:pPr marL="342720" indent="-342720" algn="ctr" defTabSz="457200">
              <a:lnSpc>
                <a:spcPct val="100000"/>
              </a:lnSpc>
              <a:spcBef>
                <a:spcPts val="380"/>
              </a:spcBef>
              <a:buNone/>
              <a:tabLst>
                <a:tab algn="l" pos="0"/>
              </a:tabLst>
            </a:pPr>
            <a:r>
              <a:rPr b="1" lang="en-US" sz="1900" spc="-1" strike="noStrike">
                <a:solidFill>
                  <a:schemeClr val="lt1"/>
                </a:solidFill>
                <a:latin typeface="Zurich BT Roman"/>
              </a:rPr>
              <a:t>Text</a:t>
            </a:r>
            <a:endParaRPr b="0" lang="en-US" sz="1900" spc="-1" strike="noStrike">
              <a:solidFill>
                <a:schemeClr val="dk1"/>
              </a:solidFill>
              <a:latin typeface="Zurich BT"/>
            </a:endParaRPr>
          </a:p>
        </p:txBody>
      </p:sp>
      <p:sp>
        <p:nvSpPr>
          <p:cNvPr id="91" name="PlaceHolder 6"/>
          <p:cNvSpPr>
            <a:spLocks noGrp="1"/>
          </p:cNvSpPr>
          <p:nvPr>
            <p:ph type="ftr" idx="22"/>
          </p:nvPr>
        </p:nvSpPr>
        <p:spPr>
          <a:xfrm>
            <a:off x="1214640" y="6422400"/>
            <a:ext cx="3860280" cy="365760"/>
          </a:xfrm>
          <a:prstGeom prst="rect">
            <a:avLst/>
          </a:prstGeom>
          <a:noFill/>
          <a:ln w="0">
            <a:noFill/>
          </a:ln>
        </p:spPr>
        <p:txBody>
          <a:bodyPr lIns="91440" rIns="91440" tIns="45720" bIns="45720" anchor="t">
            <a:noAutofit/>
          </a:bodyPr>
          <a:lstStyle>
            <a:lvl1pPr indent="0" algn="ctr">
              <a:buNone/>
              <a:defRPr b="0" lang="en-IN" sz="1400" spc="-1" strike="noStrike">
                <a:solidFill>
                  <a:srgbClr val="000000"/>
                </a:solidFill>
                <a:latin typeface="Times New Roman"/>
              </a:defRPr>
            </a:lvl1pPr>
          </a:lstStyle>
          <a:p>
            <a:pPr indent="0" algn="ctr">
              <a:buNone/>
            </a:pPr>
            <a:r>
              <a:rPr b="0" lang="en-IN" sz="1400" spc="-1" strike="noStrike">
                <a:solidFill>
                  <a:srgbClr val="000000"/>
                </a:solidFill>
                <a:latin typeface="Times New Roman"/>
              </a:rPr>
              <a:t>&lt;footer&gt;</a:t>
            </a:r>
            <a:endParaRPr b="0" lang="en-IN" sz="1400" spc="-1" strike="noStrike">
              <a:solidFill>
                <a:srgbClr val="000000"/>
              </a:solidFill>
              <a:latin typeface="Times New Roman"/>
            </a:endParaRPr>
          </a:p>
        </p:txBody>
      </p:sp>
      <p:sp>
        <p:nvSpPr>
          <p:cNvPr id="92" name="PlaceHolder 7"/>
          <p:cNvSpPr>
            <a:spLocks noGrp="1"/>
          </p:cNvSpPr>
          <p:nvPr>
            <p:ph type="sldNum" idx="23"/>
          </p:nvPr>
        </p:nvSpPr>
        <p:spPr>
          <a:xfrm>
            <a:off x="11199960" y="6415560"/>
            <a:ext cx="609120" cy="365760"/>
          </a:xfrm>
          <a:prstGeom prst="rect">
            <a:avLst/>
          </a:prstGeom>
          <a:noFill/>
          <a:ln w="0">
            <a:noFill/>
          </a:ln>
        </p:spPr>
        <p:txBody>
          <a:bodyPr lIns="91440" rIns="91440" tIns="45720" bIns="45720" anchor="ctr">
            <a:noAutofit/>
          </a:bodyPr>
          <a:lstStyle>
            <a:lvl1pPr indent="0" algn="r" defTabSz="914400">
              <a:lnSpc>
                <a:spcPct val="100000"/>
              </a:lnSpc>
              <a:buNone/>
              <a:defRPr b="0" lang="en-US" sz="1200" spc="-1" strike="noStrike">
                <a:solidFill>
                  <a:srgbClr val="1f497d"/>
                </a:solidFill>
                <a:latin typeface="Zurich Lt BT"/>
              </a:defRPr>
            </a:lvl1pPr>
          </a:lstStyle>
          <a:p>
            <a:pPr indent="0" algn="r" defTabSz="914400">
              <a:lnSpc>
                <a:spcPct val="100000"/>
              </a:lnSpc>
              <a:buNone/>
            </a:pPr>
            <a:fld id="{59B30B70-33C7-4105-90A4-195CDBABA135}" type="slidenum">
              <a:rPr b="0" lang="en-US" sz="1200" spc="-1" strike="noStrike">
                <a:solidFill>
                  <a:srgbClr val="1f497d"/>
                </a:solidFill>
                <a:latin typeface="Zurich Lt BT"/>
              </a:rPr>
              <a:t>&lt;number&gt;</a:t>
            </a:fld>
            <a:endParaRPr b="0" lang="en-IN" sz="12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75" r:id="rId3"/>
  </p:sldLayoutIdLst>
</p:sldMaster>
</file>

<file path=ppt/slideMasters/slideMaster15.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pic>
        <p:nvPicPr>
          <p:cNvPr id="93" name="Picture 9" descr=""/>
          <p:cNvPicPr/>
          <p:nvPr/>
        </p:nvPicPr>
        <p:blipFill>
          <a:blip r:embed="rId2"/>
          <a:stretch/>
        </p:blipFill>
        <p:spPr>
          <a:xfrm>
            <a:off x="379440" y="5943600"/>
            <a:ext cx="718200" cy="761760"/>
          </a:xfrm>
          <a:prstGeom prst="rect">
            <a:avLst/>
          </a:prstGeom>
          <a:ln w="0">
            <a:noFill/>
          </a:ln>
        </p:spPr>
      </p:pic>
      <p:sp>
        <p:nvSpPr>
          <p:cNvPr id="94" name="PlaceHolder 1"/>
          <p:cNvSpPr>
            <a:spLocks noGrp="1"/>
          </p:cNvSpPr>
          <p:nvPr>
            <p:ph type="body"/>
          </p:nvPr>
        </p:nvSpPr>
        <p:spPr>
          <a:xfrm>
            <a:off x="203040" y="237240"/>
            <a:ext cx="11683800" cy="753120"/>
          </a:xfrm>
          <a:prstGeom prst="rect">
            <a:avLst/>
          </a:prstGeom>
          <a:noFill/>
          <a:ln w="0">
            <a:noFill/>
          </a:ln>
        </p:spPr>
        <p:txBody>
          <a:bodyPr lIns="91440" rIns="91440" tIns="45720" bIns="45720" anchor="t">
            <a:noAutofit/>
          </a:bodyPr>
          <a:p>
            <a:pPr indent="0" defTabSz="914400">
              <a:lnSpc>
                <a:spcPct val="100000"/>
              </a:lnSpc>
              <a:spcBef>
                <a:spcPts val="641"/>
              </a:spcBef>
              <a:buNone/>
              <a:tabLst>
                <a:tab algn="l" pos="0"/>
              </a:tabLst>
            </a:pPr>
            <a:r>
              <a:rPr b="1" lang="en-US" sz="3200" spc="-1" strike="noStrike">
                <a:solidFill>
                  <a:srgbClr val="97281d"/>
                </a:solidFill>
                <a:latin typeface="Zurich BT"/>
              </a:rPr>
              <a:t>Heading</a:t>
            </a:r>
            <a:endParaRPr b="0" lang="en-US" sz="3200" spc="-1" strike="noStrike">
              <a:solidFill>
                <a:schemeClr val="dk1"/>
              </a:solidFill>
              <a:latin typeface="Zurich BT"/>
            </a:endParaRPr>
          </a:p>
        </p:txBody>
      </p:sp>
      <p:sp>
        <p:nvSpPr>
          <p:cNvPr id="95" name="PlaceHolder 2"/>
          <p:cNvSpPr>
            <a:spLocks noGrp="1"/>
          </p:cNvSpPr>
          <p:nvPr>
            <p:ph type="body"/>
          </p:nvPr>
        </p:nvSpPr>
        <p:spPr>
          <a:xfrm>
            <a:off x="227160" y="1219320"/>
            <a:ext cx="11581920" cy="3585240"/>
          </a:xfrm>
          <a:prstGeom prst="rect">
            <a:avLst/>
          </a:prstGeom>
          <a:noFill/>
          <a:ln w="0">
            <a:noFill/>
          </a:ln>
        </p:spPr>
        <p:txBody>
          <a:bodyPr lIns="91440" rIns="91440" tIns="45720" bIns="45720" anchor="t">
            <a:noAutofit/>
          </a:bodyPr>
          <a:p>
            <a:pPr indent="0" defTabSz="914400">
              <a:lnSpc>
                <a:spcPct val="100000"/>
              </a:lnSpc>
              <a:buNone/>
            </a:pPr>
            <a:r>
              <a:rPr b="0" lang="en-US" sz="1500" spc="-1" strike="noStrike">
                <a:solidFill>
                  <a:srgbClr val="053c6c"/>
                </a:solidFill>
                <a:latin typeface="Zurich BT"/>
              </a:rPr>
              <a:t>Table</a:t>
            </a:r>
            <a:endParaRPr b="0" lang="en-US" sz="1500" spc="-1" strike="noStrike">
              <a:solidFill>
                <a:schemeClr val="dk1"/>
              </a:solidFill>
              <a:latin typeface="Zurich BT"/>
            </a:endParaRPr>
          </a:p>
        </p:txBody>
      </p:sp>
      <p:sp>
        <p:nvSpPr>
          <p:cNvPr id="96" name="PlaceHolder 3"/>
          <p:cNvSpPr>
            <a:spLocks noGrp="1"/>
          </p:cNvSpPr>
          <p:nvPr>
            <p:ph type="body"/>
          </p:nvPr>
        </p:nvSpPr>
        <p:spPr>
          <a:xfrm>
            <a:off x="227160" y="5029200"/>
            <a:ext cx="11580840" cy="914040"/>
          </a:xfrm>
          <a:prstGeom prst="rect">
            <a:avLst/>
          </a:prstGeom>
          <a:noFill/>
          <a:ln w="0">
            <a:noFill/>
          </a:ln>
        </p:spPr>
        <p:txBody>
          <a:bodyPr lIns="91440" rIns="91440" tIns="45720" bIns="45720" anchor="t">
            <a:noAutofit/>
          </a:bodyPr>
          <a:p>
            <a:pPr marL="342720" indent="-342720" defTabSz="914400">
              <a:lnSpc>
                <a:spcPct val="100000"/>
              </a:lnSpc>
              <a:spcBef>
                <a:spcPts val="400"/>
              </a:spcBef>
              <a:buClr>
                <a:srgbClr val="053c6c"/>
              </a:buClr>
              <a:buFont typeface="Arial"/>
              <a:buChar char="•"/>
            </a:pPr>
            <a:r>
              <a:rPr b="0" lang="en-US" sz="2000" spc="-1" strike="noStrike">
                <a:solidFill>
                  <a:srgbClr val="053c6c"/>
                </a:solidFill>
                <a:latin typeface="Zurich BT"/>
              </a:rPr>
              <a:t>Sub Text</a:t>
            </a:r>
            <a:endParaRPr b="0" lang="en-US" sz="2000" spc="-1" strike="noStrike">
              <a:solidFill>
                <a:schemeClr val="dk1"/>
              </a:solidFill>
              <a:latin typeface="Zurich BT"/>
            </a:endParaRPr>
          </a:p>
          <a:p>
            <a:pPr marL="342720" indent="-342720" defTabSz="914400">
              <a:lnSpc>
                <a:spcPct val="100000"/>
              </a:lnSpc>
              <a:spcBef>
                <a:spcPts val="400"/>
              </a:spcBef>
              <a:buClr>
                <a:srgbClr val="053c6c"/>
              </a:buClr>
              <a:buFont typeface="Arial"/>
              <a:buChar char="•"/>
            </a:pPr>
            <a:r>
              <a:rPr b="0" lang="en-US" sz="2000" spc="-1" strike="noStrike">
                <a:solidFill>
                  <a:srgbClr val="053c6c"/>
                </a:solidFill>
                <a:latin typeface="Zurich BT"/>
              </a:rPr>
              <a:t>Sub Text</a:t>
            </a:r>
            <a:endParaRPr b="0" lang="en-US" sz="2000" spc="-1" strike="noStrike">
              <a:solidFill>
                <a:schemeClr val="dk1"/>
              </a:solidFill>
              <a:latin typeface="Zurich BT"/>
            </a:endParaRPr>
          </a:p>
        </p:txBody>
      </p:sp>
      <p:sp>
        <p:nvSpPr>
          <p:cNvPr id="97" name="PlaceHolder 4"/>
          <p:cNvSpPr>
            <a:spLocks noGrp="1"/>
          </p:cNvSpPr>
          <p:nvPr>
            <p:ph type="ftr" idx="24"/>
          </p:nvPr>
        </p:nvSpPr>
        <p:spPr>
          <a:xfrm>
            <a:off x="1214640" y="6422400"/>
            <a:ext cx="3860280" cy="365760"/>
          </a:xfrm>
          <a:prstGeom prst="rect">
            <a:avLst/>
          </a:prstGeom>
          <a:noFill/>
          <a:ln w="0">
            <a:noFill/>
          </a:ln>
        </p:spPr>
        <p:txBody>
          <a:bodyPr lIns="91440" rIns="91440" tIns="45720" bIns="45720" anchor="t">
            <a:noAutofit/>
          </a:bodyPr>
          <a:lstStyle>
            <a:lvl1pPr indent="0" algn="ctr">
              <a:buNone/>
              <a:defRPr b="0" lang="en-IN" sz="1400" spc="-1" strike="noStrike">
                <a:solidFill>
                  <a:srgbClr val="000000"/>
                </a:solidFill>
                <a:latin typeface="Times New Roman"/>
              </a:defRPr>
            </a:lvl1pPr>
          </a:lstStyle>
          <a:p>
            <a:pPr indent="0" algn="ctr">
              <a:buNone/>
            </a:pPr>
            <a:r>
              <a:rPr b="0" lang="en-IN" sz="1400" spc="-1" strike="noStrike">
                <a:solidFill>
                  <a:srgbClr val="000000"/>
                </a:solidFill>
                <a:latin typeface="Times New Roman"/>
              </a:rPr>
              <a:t>&lt;footer&gt;</a:t>
            </a:r>
            <a:endParaRPr b="0" lang="en-IN" sz="1400" spc="-1" strike="noStrike">
              <a:solidFill>
                <a:srgbClr val="000000"/>
              </a:solidFill>
              <a:latin typeface="Times New Roman"/>
            </a:endParaRPr>
          </a:p>
        </p:txBody>
      </p:sp>
      <p:sp>
        <p:nvSpPr>
          <p:cNvPr id="98" name="PlaceHolder 5"/>
          <p:cNvSpPr>
            <a:spLocks noGrp="1"/>
          </p:cNvSpPr>
          <p:nvPr>
            <p:ph type="sldNum" idx="25"/>
          </p:nvPr>
        </p:nvSpPr>
        <p:spPr>
          <a:xfrm>
            <a:off x="11199960" y="6415560"/>
            <a:ext cx="609120" cy="365760"/>
          </a:xfrm>
          <a:prstGeom prst="rect">
            <a:avLst/>
          </a:prstGeom>
          <a:noFill/>
          <a:ln w="0">
            <a:noFill/>
          </a:ln>
        </p:spPr>
        <p:txBody>
          <a:bodyPr lIns="91440" rIns="91440" tIns="45720" bIns="45720" anchor="ctr">
            <a:noAutofit/>
          </a:bodyPr>
          <a:lstStyle>
            <a:lvl1pPr indent="0" algn="r" defTabSz="914400">
              <a:lnSpc>
                <a:spcPct val="100000"/>
              </a:lnSpc>
              <a:buNone/>
              <a:defRPr b="0" lang="en-US" sz="1200" spc="-1" strike="noStrike">
                <a:solidFill>
                  <a:srgbClr val="1f497d"/>
                </a:solidFill>
                <a:latin typeface="Zurich Lt BT"/>
              </a:defRPr>
            </a:lvl1pPr>
          </a:lstStyle>
          <a:p>
            <a:pPr indent="0" algn="r" defTabSz="914400">
              <a:lnSpc>
                <a:spcPct val="100000"/>
              </a:lnSpc>
              <a:buNone/>
            </a:pPr>
            <a:fld id="{F9A63215-9A08-4E54-B786-645B721792B9}" type="slidenum">
              <a:rPr b="0" lang="en-US" sz="1200" spc="-1" strike="noStrike">
                <a:solidFill>
                  <a:srgbClr val="1f497d"/>
                </a:solidFill>
                <a:latin typeface="Zurich Lt BT"/>
              </a:rPr>
              <a:t>&lt;number&gt;</a:t>
            </a:fld>
            <a:endParaRPr b="0" lang="en-IN" sz="12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77" r:id="rId3"/>
  </p:sldLayoutIdLst>
</p:sldMaster>
</file>

<file path=ppt/slideMasters/slideMaster16.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pic>
        <p:nvPicPr>
          <p:cNvPr id="99" name="Picture 8" descr=""/>
          <p:cNvPicPr/>
          <p:nvPr/>
        </p:nvPicPr>
        <p:blipFill>
          <a:blip r:embed="rId2"/>
          <a:stretch/>
        </p:blipFill>
        <p:spPr>
          <a:xfrm>
            <a:off x="379440" y="5943600"/>
            <a:ext cx="718200" cy="761760"/>
          </a:xfrm>
          <a:prstGeom prst="rect">
            <a:avLst/>
          </a:prstGeom>
          <a:ln w="0">
            <a:noFill/>
          </a:ln>
        </p:spPr>
      </p:pic>
      <p:sp>
        <p:nvSpPr>
          <p:cNvPr id="100" name="PlaceHolder 1"/>
          <p:cNvSpPr>
            <a:spLocks noGrp="1"/>
          </p:cNvSpPr>
          <p:nvPr>
            <p:ph type="body"/>
          </p:nvPr>
        </p:nvSpPr>
        <p:spPr>
          <a:xfrm>
            <a:off x="203040" y="237240"/>
            <a:ext cx="11683800" cy="753120"/>
          </a:xfrm>
          <a:prstGeom prst="rect">
            <a:avLst/>
          </a:prstGeom>
          <a:noFill/>
          <a:ln w="0">
            <a:noFill/>
          </a:ln>
        </p:spPr>
        <p:txBody>
          <a:bodyPr lIns="91440" rIns="91440" tIns="45720" bIns="45720" anchor="t">
            <a:noAutofit/>
          </a:bodyPr>
          <a:p>
            <a:pPr indent="0" defTabSz="914400">
              <a:lnSpc>
                <a:spcPct val="100000"/>
              </a:lnSpc>
              <a:spcBef>
                <a:spcPts val="641"/>
              </a:spcBef>
              <a:buNone/>
              <a:tabLst>
                <a:tab algn="l" pos="0"/>
              </a:tabLst>
            </a:pPr>
            <a:r>
              <a:rPr b="1" lang="en-US" sz="3200" spc="-1" strike="noStrike">
                <a:solidFill>
                  <a:schemeClr val="accent2"/>
                </a:solidFill>
                <a:latin typeface="Zurich BT"/>
              </a:rPr>
              <a:t>Heading</a:t>
            </a:r>
            <a:endParaRPr b="0" lang="en-US" sz="3200" spc="-1" strike="noStrike">
              <a:solidFill>
                <a:schemeClr val="dk1"/>
              </a:solidFill>
              <a:latin typeface="Zurich BT"/>
            </a:endParaRPr>
          </a:p>
        </p:txBody>
      </p:sp>
      <p:sp>
        <p:nvSpPr>
          <p:cNvPr id="101" name="PlaceHolder 2"/>
          <p:cNvSpPr>
            <a:spLocks noGrp="1"/>
          </p:cNvSpPr>
          <p:nvPr>
            <p:ph type="body"/>
          </p:nvPr>
        </p:nvSpPr>
        <p:spPr>
          <a:xfrm>
            <a:off x="200160" y="1295280"/>
            <a:ext cx="11685240" cy="4362840"/>
          </a:xfrm>
          <a:prstGeom prst="rect">
            <a:avLst/>
          </a:prstGeom>
          <a:noFill/>
          <a:ln w="0">
            <a:noFill/>
          </a:ln>
        </p:spPr>
        <p:txBody>
          <a:bodyPr lIns="91440" rIns="91440" tIns="45720" bIns="45720" anchor="t">
            <a:noAutofit/>
          </a:bodyPr>
          <a:p>
            <a:pPr indent="0" defTabSz="914400">
              <a:lnSpc>
                <a:spcPct val="100000"/>
              </a:lnSpc>
              <a:buNone/>
              <a:tabLst>
                <a:tab algn="l" pos="0"/>
              </a:tabLst>
            </a:pPr>
            <a:r>
              <a:rPr b="1" lang="en-US" sz="2400" spc="-1" strike="noStrike">
                <a:solidFill>
                  <a:srgbClr val="053c6c"/>
                </a:solidFill>
                <a:latin typeface="Zurich BT"/>
              </a:rPr>
              <a:t>Smart Art Graphic</a:t>
            </a:r>
            <a:endParaRPr b="0" lang="en-US" sz="2400" spc="-1" strike="noStrike">
              <a:solidFill>
                <a:schemeClr val="dk1"/>
              </a:solidFill>
              <a:latin typeface="Zurich BT"/>
            </a:endParaRPr>
          </a:p>
        </p:txBody>
      </p:sp>
      <p:sp>
        <p:nvSpPr>
          <p:cNvPr id="102" name="PlaceHolder 3"/>
          <p:cNvSpPr>
            <a:spLocks noGrp="1"/>
          </p:cNvSpPr>
          <p:nvPr>
            <p:ph type="ftr" idx="26"/>
          </p:nvPr>
        </p:nvSpPr>
        <p:spPr>
          <a:xfrm>
            <a:off x="1214640" y="6422400"/>
            <a:ext cx="3860280" cy="365760"/>
          </a:xfrm>
          <a:prstGeom prst="rect">
            <a:avLst/>
          </a:prstGeom>
          <a:noFill/>
          <a:ln w="0">
            <a:noFill/>
          </a:ln>
        </p:spPr>
        <p:txBody>
          <a:bodyPr lIns="91440" rIns="91440" tIns="45720" bIns="45720" anchor="t">
            <a:noAutofit/>
          </a:bodyPr>
          <a:lstStyle>
            <a:lvl1pPr indent="0" algn="ctr">
              <a:buNone/>
              <a:defRPr b="0" lang="en-IN" sz="1400" spc="-1" strike="noStrike">
                <a:solidFill>
                  <a:srgbClr val="000000"/>
                </a:solidFill>
                <a:latin typeface="Times New Roman"/>
              </a:defRPr>
            </a:lvl1pPr>
          </a:lstStyle>
          <a:p>
            <a:pPr indent="0" algn="ctr">
              <a:buNone/>
            </a:pPr>
            <a:r>
              <a:rPr b="0" lang="en-IN" sz="1400" spc="-1" strike="noStrike">
                <a:solidFill>
                  <a:srgbClr val="000000"/>
                </a:solidFill>
                <a:latin typeface="Times New Roman"/>
              </a:rPr>
              <a:t>&lt;footer&gt;</a:t>
            </a:r>
            <a:endParaRPr b="0" lang="en-IN" sz="1400" spc="-1" strike="noStrike">
              <a:solidFill>
                <a:srgbClr val="000000"/>
              </a:solidFill>
              <a:latin typeface="Times New Roman"/>
            </a:endParaRPr>
          </a:p>
        </p:txBody>
      </p:sp>
      <p:sp>
        <p:nvSpPr>
          <p:cNvPr id="103" name="PlaceHolder 4"/>
          <p:cNvSpPr>
            <a:spLocks noGrp="1"/>
          </p:cNvSpPr>
          <p:nvPr>
            <p:ph type="sldNum" idx="27"/>
          </p:nvPr>
        </p:nvSpPr>
        <p:spPr>
          <a:xfrm>
            <a:off x="11199960" y="6415560"/>
            <a:ext cx="609120" cy="365760"/>
          </a:xfrm>
          <a:prstGeom prst="rect">
            <a:avLst/>
          </a:prstGeom>
          <a:noFill/>
          <a:ln w="0">
            <a:noFill/>
          </a:ln>
        </p:spPr>
        <p:txBody>
          <a:bodyPr lIns="91440" rIns="91440" tIns="45720" bIns="45720" anchor="ctr">
            <a:noAutofit/>
          </a:bodyPr>
          <a:lstStyle>
            <a:lvl1pPr indent="0" algn="r" defTabSz="914400">
              <a:lnSpc>
                <a:spcPct val="100000"/>
              </a:lnSpc>
              <a:buNone/>
              <a:defRPr b="0" lang="en-US" sz="1200" spc="-1" strike="noStrike">
                <a:solidFill>
                  <a:srgbClr val="1f497d"/>
                </a:solidFill>
                <a:latin typeface="Zurich Lt BT"/>
              </a:defRPr>
            </a:lvl1pPr>
          </a:lstStyle>
          <a:p>
            <a:pPr indent="0" algn="r" defTabSz="914400">
              <a:lnSpc>
                <a:spcPct val="100000"/>
              </a:lnSpc>
              <a:buNone/>
            </a:pPr>
            <a:fld id="{2243C4FD-D594-4728-8ECE-D3EF43C476CB}" type="slidenum">
              <a:rPr b="0" lang="en-US" sz="1200" spc="-1" strike="noStrike">
                <a:solidFill>
                  <a:srgbClr val="1f497d"/>
                </a:solidFill>
                <a:latin typeface="Zurich Lt BT"/>
              </a:rPr>
              <a:t>&lt;number&gt;</a:t>
            </a:fld>
            <a:endParaRPr b="0" lang="en-IN" sz="12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79" r:id="rId3"/>
  </p:sldLayoutIdLst>
</p:sldMaster>
</file>

<file path=ppt/slideMasters/slideMaster17.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accent1"/>
        </a:solidFill>
      </p:bgPr>
    </p:bg>
    <p:spTree>
      <p:nvGrpSpPr>
        <p:cNvPr id="1" name=""/>
        <p:cNvGrpSpPr/>
        <p:nvPr/>
      </p:nvGrpSpPr>
      <p:grpSpPr>
        <a:xfrm>
          <a:off x="0" y="0"/>
          <a:ext cx="0" cy="0"/>
          <a:chOff x="0" y="0"/>
          <a:chExt cx="0" cy="0"/>
        </a:xfrm>
      </p:grpSpPr>
      <p:pic>
        <p:nvPicPr>
          <p:cNvPr id="104" name="Picture 6" descr=""/>
          <p:cNvPicPr/>
          <p:nvPr/>
        </p:nvPicPr>
        <p:blipFill>
          <a:blip r:embed="rId2"/>
          <a:stretch/>
        </p:blipFill>
        <p:spPr>
          <a:xfrm>
            <a:off x="379440" y="5943600"/>
            <a:ext cx="718200" cy="761760"/>
          </a:xfrm>
          <a:prstGeom prst="rect">
            <a:avLst/>
          </a:prstGeom>
          <a:ln w="0">
            <a:noFill/>
          </a:ln>
        </p:spPr>
      </p:pic>
      <p:pic>
        <p:nvPicPr>
          <p:cNvPr id="105" name="Picture 3" descr=""/>
          <p:cNvPicPr/>
          <p:nvPr/>
        </p:nvPicPr>
        <p:blipFill>
          <a:blip r:embed="rId3"/>
          <a:stretch/>
        </p:blipFill>
        <p:spPr>
          <a:xfrm>
            <a:off x="-9720" y="0"/>
            <a:ext cx="12199680" cy="6864840"/>
          </a:xfrm>
          <a:prstGeom prst="rect">
            <a:avLst/>
          </a:prstGeom>
          <a:ln w="0">
            <a:noFill/>
          </a:ln>
        </p:spPr>
      </p:pic>
      <p:sp>
        <p:nvSpPr>
          <p:cNvPr id="106" name="PlaceHolder 1"/>
          <p:cNvSpPr>
            <a:spLocks noGrp="1"/>
          </p:cNvSpPr>
          <p:nvPr>
            <p:ph type="body"/>
          </p:nvPr>
        </p:nvSpPr>
        <p:spPr>
          <a:xfrm>
            <a:off x="0" y="0"/>
            <a:ext cx="12196440" cy="6864840"/>
          </a:xfrm>
          <a:prstGeom prst="rect">
            <a:avLst/>
          </a:prstGeom>
          <a:noFill/>
          <a:ln w="0">
            <a:noFill/>
          </a:ln>
        </p:spPr>
        <p:txBody>
          <a:bodyPr lIns="91440" rIns="91440" tIns="45720" bIns="45720" anchor="t">
            <a:noAutofit/>
          </a:bodyPr>
          <a:p>
            <a:pPr indent="0" defTabSz="914400">
              <a:lnSpc>
                <a:spcPct val="100000"/>
              </a:lnSpc>
              <a:buNone/>
              <a:tabLst>
                <a:tab algn="l" pos="0"/>
              </a:tabLst>
            </a:pPr>
            <a:r>
              <a:rPr b="0" lang="en-US" sz="2400" spc="-1" strike="noStrike">
                <a:solidFill>
                  <a:schemeClr val="dk2"/>
                </a:solidFill>
                <a:latin typeface="Zurich BT"/>
              </a:rPr>
              <a:t>Picture</a:t>
            </a:r>
            <a:endParaRPr b="0" lang="en-US" sz="2400" spc="-1" strike="noStrike">
              <a:solidFill>
                <a:schemeClr val="dk1"/>
              </a:solidFill>
              <a:latin typeface="Zurich BT"/>
            </a:endParaRPr>
          </a:p>
        </p:txBody>
      </p:sp>
      <p:sp>
        <p:nvSpPr>
          <p:cNvPr id="107" name="PlaceHolder 2"/>
          <p:cNvSpPr>
            <a:spLocks noGrp="1"/>
          </p:cNvSpPr>
          <p:nvPr>
            <p:ph type="body"/>
          </p:nvPr>
        </p:nvSpPr>
        <p:spPr>
          <a:xfrm>
            <a:off x="6399360" y="3886200"/>
            <a:ext cx="3657240" cy="990360"/>
          </a:xfrm>
          <a:prstGeom prst="rect">
            <a:avLst/>
          </a:prstGeom>
          <a:noFill/>
          <a:ln w="0">
            <a:noFill/>
          </a:ln>
        </p:spPr>
        <p:txBody>
          <a:bodyPr lIns="91440" rIns="91440" tIns="45720" bIns="45720" anchor="t">
            <a:noAutofit/>
          </a:bodyPr>
          <a:p>
            <a:pPr indent="0" defTabSz="914400">
              <a:lnSpc>
                <a:spcPct val="100000"/>
              </a:lnSpc>
              <a:spcBef>
                <a:spcPts val="641"/>
              </a:spcBef>
              <a:buNone/>
              <a:tabLst>
                <a:tab algn="l" pos="0"/>
              </a:tabLst>
            </a:pPr>
            <a:r>
              <a:rPr b="0" lang="en-US" sz="3200" spc="-1" strike="noStrike">
                <a:solidFill>
                  <a:schemeClr val="lt1"/>
                </a:solidFill>
                <a:latin typeface="Zurich BT"/>
              </a:rPr>
              <a:t>Text</a:t>
            </a:r>
            <a:endParaRPr b="0" lang="en-US" sz="3200" spc="-1" strike="noStrike">
              <a:solidFill>
                <a:schemeClr val="dk1"/>
              </a:solidFill>
              <a:latin typeface="Zurich BT"/>
            </a:endParaRPr>
          </a:p>
        </p:txBody>
      </p:sp>
    </p:spTree>
  </p:cSld>
  <p:clrMap bg1="lt1" bg2="lt2" tx1="dk1" tx2="dk2" accent1="accent1" accent2="accent2" accent3="accent3" accent4="accent4" accent5="accent5" accent6="accent6" hlink="hlink" folHlink="folHlink"/>
  <p:sldLayoutIdLst>
    <p:sldLayoutId id="2147483681" r:id="rId4"/>
  </p:sldLayoutIdLst>
</p:sldMaster>
</file>

<file path=ppt/slides/_rels/slide1.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
</Relationships>
</file>

<file path=ppt/slides/_rels/slide2.xml.rels><?xml version="1.0" encoding="UTF-8"?>
<Relationships xmlns="http://schemas.openxmlformats.org/package/2006/relationships"><Relationship Id="rId1" Type="http://schemas.openxmlformats.org/officeDocument/2006/relationships/video" Target="../media/media5.mp4"/><Relationship Id="rId2" Type="http://schemas.microsoft.com/office/2007/relationships/media" Target="../media/media5.mp4"/><Relationship Id="rId3" Type="http://schemas.openxmlformats.org/officeDocument/2006/relationships/image" Target="../media/image6.png"/><Relationship Id="rId4" Type="http://schemas.openxmlformats.org/officeDocument/2006/relationships/slideLayout" Target="../slideLayouts/slideLayout8.xml"/>
</Relationships>
</file>

<file path=ppt/slides/_rels/slide3.xml.rels><?xml version="1.0" encoding="UTF-8"?>
<Relationships xmlns="http://schemas.openxmlformats.org/package/2006/relationships"><Relationship Id="rId1" Type="http://schemas.openxmlformats.org/officeDocument/2006/relationships/image" Target="../media/image7.jpeg"/><Relationship Id="rId2" Type="http://schemas.openxmlformats.org/officeDocument/2006/relationships/image" Target="../media/image8.png"/><Relationship Id="rId3" Type="http://schemas.openxmlformats.org/officeDocument/2006/relationships/slideLayout" Target="../slideLayouts/slideLayout9.xml"/>
</Relationships>
</file>

<file path=ppt/slides/_rels/slide4.xml.rels><?xml version="1.0" encoding="UTF-8"?>
<Relationships xmlns="http://schemas.openxmlformats.org/package/2006/relationships"><Relationship Id="rId1" Type="http://schemas.openxmlformats.org/officeDocument/2006/relationships/slideLayout" Target="../slideLayouts/slideLayout9.xml"/>
</Relationships>
</file>

<file path=ppt/slides/_rels/slide5.xml.rels><?xml version="1.0" encoding="UTF-8"?>
<Relationships xmlns="http://schemas.openxmlformats.org/package/2006/relationships"><Relationship Id="rId1" Type="http://schemas.openxmlformats.org/officeDocument/2006/relationships/image" Target="../media/image9.jpeg"/><Relationship Id="rId2" Type="http://schemas.openxmlformats.org/officeDocument/2006/relationships/image" Target="../media/image10.png"/><Relationship Id="rId3" Type="http://schemas.openxmlformats.org/officeDocument/2006/relationships/image" Target="../media/image11.png"/><Relationship Id="rId4" Type="http://schemas.openxmlformats.org/officeDocument/2006/relationships/image" Target="../media/image12.png"/><Relationship Id="rId5" Type="http://schemas.openxmlformats.org/officeDocument/2006/relationships/slideLayout" Target="../slideLayouts/slideLayout10.xml"/>
</Relationships>
</file>

<file path=ppt/slides/_rels/slide6.xml.rels><?xml version="1.0" encoding="UTF-8"?>
<Relationships xmlns="http://schemas.openxmlformats.org/package/2006/relationships"><Relationship Id="rId1" Type="http://schemas.openxmlformats.org/officeDocument/2006/relationships/image" Target="../media/image13.png"/><Relationship Id="rId2" Type="http://schemas.openxmlformats.org/officeDocument/2006/relationships/image" Target="../media/image14.png"/><Relationship Id="rId3" Type="http://schemas.openxmlformats.org/officeDocument/2006/relationships/slideLayout" Target="../slideLayouts/slideLayout10.xml"/>
</Relationships>
</file>

<file path=ppt/slides/_rels/slide7.xml.rels><?xml version="1.0" encoding="UTF-8"?>
<Relationships xmlns="http://schemas.openxmlformats.org/package/2006/relationships"><Relationship Id="rId1" Type="http://schemas.openxmlformats.org/officeDocument/2006/relationships/image" Target="../media/image8.png"/><Relationship Id="rId2" Type="http://schemas.openxmlformats.org/officeDocument/2006/relationships/slideLayout" Target="../slideLayouts/slideLayout9.xml"/>
</Relationships>
</file>

<file path=ppt/slides/_rels/slide8.xml.rels><?xml version="1.0" encoding="UTF-8"?>
<Relationships xmlns="http://schemas.openxmlformats.org/package/2006/relationships"><Relationship Id="rId1" Type="http://schemas.openxmlformats.org/officeDocument/2006/relationships/slideLayout" Target="../slideLayouts/slideLayout10.xml"/>
</Relationships>
</file>

<file path=ppt/slides/_rels/slide9.xml.rels><?xml version="1.0" encoding="UTF-8"?>
<Relationships xmlns="http://schemas.openxmlformats.org/package/2006/relationships"><Relationship Id="rId1" Type="http://schemas.openxmlformats.org/officeDocument/2006/relationships/image" Target="../media/image15.jpeg"/><Relationship Id="rId2" Type="http://schemas.openxmlformats.org/officeDocument/2006/relationships/image" Target="../media/image16.png"/><Relationship Id="rId3" Type="http://schemas.openxmlformats.org/officeDocument/2006/relationships/image" Target="../media/image17.png"/><Relationship Id="rId4" Type="http://schemas.openxmlformats.org/officeDocument/2006/relationships/image" Target="../media/image18.png"/><Relationship Id="rId5" Type="http://schemas.openxmlformats.org/officeDocument/2006/relationships/slideLayout" Target="../slideLayouts/slideLayout10.xml"/>
</Relationships>
</file>

<file path=ppt/slides/_rels/slide10.xml.rels><?xml version="1.0" encoding="UTF-8"?>
<Relationships xmlns="http://schemas.openxmlformats.org/package/2006/relationships"><Relationship Id="rId1" Type="http://schemas.openxmlformats.org/officeDocument/2006/relationships/image" Target="../media/image7.jpeg"/><Relationship Id="rId2" Type="http://schemas.openxmlformats.org/officeDocument/2006/relationships/image" Target="../media/image19.jpeg"/><Relationship Id="rId3" Type="http://schemas.openxmlformats.org/officeDocument/2006/relationships/slideLayout" Target="../slideLayouts/slideLayout9.xml"/>
</Relationships>
</file>

<file path=ppt/slides/_rels/slide11.xml.rels><?xml version="1.0" encoding="UTF-8"?>
<Relationships xmlns="http://schemas.openxmlformats.org/package/2006/relationships"><Relationship Id="rId1" Type="http://schemas.openxmlformats.org/officeDocument/2006/relationships/slideLayout" Target="../slideLayouts/slideLayout9.xml"/>
</Relationships>
</file>

<file path=ppt/slides/_rels/slide12.xml.rels><?xml version="1.0" encoding="UTF-8"?>
<Relationships xmlns="http://schemas.openxmlformats.org/package/2006/relationships"><Relationship Id="rId1" Type="http://schemas.openxmlformats.org/officeDocument/2006/relationships/slideLayout" Target="../slideLayouts/slideLayout2.xml"/>
</Relationships>
</file>

<file path=ppt/slides/_rels/slide13.xml.rels><?xml version="1.0" encoding="UTF-8"?>
<Relationships xmlns="http://schemas.openxmlformats.org/package/2006/relationships"><Relationship Id="rId1" Type="http://schemas.openxmlformats.org/officeDocument/2006/relationships/diagramData" Target="../diagrams/data1.xml"/><Relationship Id="rId2" Type="http://schemas.openxmlformats.org/officeDocument/2006/relationships/diagramLayout" Target="../diagrams/layout1.xml"/><Relationship Id="rId3" Type="http://schemas.openxmlformats.org/officeDocument/2006/relationships/diagramQuickStyle" Target="../diagrams/quickStyle1.xml"/><Relationship Id="rId4" Type="http://schemas.openxmlformats.org/officeDocument/2006/relationships/diagramColors" Target="../diagrams/colors1.xml"/><Relationship Id="rId5" Type="http://schemas.microsoft.com/office/2007/relationships/diagramDrawing" Target="../diagrams/drawing1.xml"/><Relationship Id="rId6" Type="http://schemas.openxmlformats.org/officeDocument/2006/relationships/slideLayout" Target="../slideLayouts/slideLayout9.xml"/>
</Relationships>
</file>

<file path=ppt/slides/_rels/slide14.xml.rels><?xml version="1.0" encoding="UTF-8"?>
<Relationships xmlns="http://schemas.openxmlformats.org/package/2006/relationships"><Relationship Id="rId1" Type="http://schemas.openxmlformats.org/officeDocument/2006/relationships/slide" Target="slide15.xml"/><Relationship Id="rId2" Type="http://schemas.openxmlformats.org/officeDocument/2006/relationships/slideLayout" Target="../slideLayouts/slideLayout9.xml"/>
</Relationships>
</file>

<file path=ppt/slides/_rels/slide15.xml.rels><?xml version="1.0" encoding="UTF-8"?>
<Relationships xmlns="http://schemas.openxmlformats.org/package/2006/relationships"><Relationship Id="rId1" Type="http://schemas.openxmlformats.org/officeDocument/2006/relationships/image" Target="../media/image7.jpeg"/><Relationship Id="rId2" Type="http://schemas.openxmlformats.org/officeDocument/2006/relationships/image" Target="../media/image7.jpeg"/><Relationship Id="rId3" Type="http://schemas.openxmlformats.org/officeDocument/2006/relationships/slideLayout" Target="../slideLayouts/slideLayout9.xml"/>
</Relationships>
</file>

<file path=ppt/slides/_rels/slide16.xml.rels><?xml version="1.0" encoding="UTF-8"?>
<Relationships xmlns="http://schemas.openxmlformats.org/package/2006/relationships"><Relationship Id="rId1" Type="http://schemas.openxmlformats.org/officeDocument/2006/relationships/slideLayout" Target="../slideLayouts/slideLayout9.xml"/>
</Relationships>
</file>

<file path=ppt/slides/_rels/slide17.xml.rels><?xml version="1.0" encoding="UTF-8"?>
<Relationships xmlns="http://schemas.openxmlformats.org/package/2006/relationships"><Relationship Id="rId1" Type="http://schemas.openxmlformats.org/officeDocument/2006/relationships/image" Target="../media/image20.png"/><Relationship Id="rId2" Type="http://schemas.openxmlformats.org/officeDocument/2006/relationships/hyperlink" Target="https://www.sslshopper.com/certificate-decoder.html" TargetMode="External"/><Relationship Id="rId3" Type="http://schemas.openxmlformats.org/officeDocument/2006/relationships/hyperlink" Target="https://www.sslshopper.com/certificate-decoder.html" TargetMode="External"/><Relationship Id="rId4" Type="http://schemas.openxmlformats.org/officeDocument/2006/relationships/image" Target="../media/image21.jpeg"/><Relationship Id="rId5" Type="http://schemas.openxmlformats.org/officeDocument/2006/relationships/slideLayout" Target="../slideLayouts/slideLayout9.xml"/>
</Relationships>
</file>

<file path=ppt/slides/_rels/slide18.xml.rels><?xml version="1.0" encoding="UTF-8"?>
<Relationships xmlns="http://schemas.openxmlformats.org/package/2006/relationships"><Relationship Id="rId1" Type="http://schemas.openxmlformats.org/officeDocument/2006/relationships/image" Target="../media/image22.png"/><Relationship Id="rId2" Type="http://schemas.openxmlformats.org/officeDocument/2006/relationships/image" Target="../media/image23.png"/><Relationship Id="rId3" Type="http://schemas.openxmlformats.org/officeDocument/2006/relationships/image" Target="../media/image24.png"/><Relationship Id="rId4" Type="http://schemas.openxmlformats.org/officeDocument/2006/relationships/image" Target="../media/image25.png"/><Relationship Id="rId5" Type="http://schemas.openxmlformats.org/officeDocument/2006/relationships/slideLayout" Target="../slideLayouts/slideLayout9.xml"/>
</Relationships>
</file>

<file path=ppt/slides/_rels/slide19.xml.rels><?xml version="1.0" encoding="UTF-8"?>
<Relationships xmlns="http://schemas.openxmlformats.org/package/2006/relationships"><Relationship Id="rId1" Type="http://schemas.openxmlformats.org/officeDocument/2006/relationships/image" Target="../media/image26.jpeg"/><Relationship Id="rId2" Type="http://schemas.openxmlformats.org/officeDocument/2006/relationships/image" Target="../media/image27.jpeg"/><Relationship Id="rId3" Type="http://schemas.openxmlformats.org/officeDocument/2006/relationships/image" Target="../media/image24.png"/><Relationship Id="rId4" Type="http://schemas.openxmlformats.org/officeDocument/2006/relationships/image" Target="../media/image25.png"/><Relationship Id="rId5" Type="http://schemas.openxmlformats.org/officeDocument/2006/relationships/slideLayout" Target="../slideLayouts/slideLayout9.xml"/>
</Relationships>
</file>

<file path=ppt/slides/_rels/slide20.xml.rels><?xml version="1.0" encoding="UTF-8"?>
<Relationships xmlns="http://schemas.openxmlformats.org/package/2006/relationships"><Relationship Id="rId1" Type="http://schemas.openxmlformats.org/officeDocument/2006/relationships/image" Target="../media/image20.png"/><Relationship Id="rId2" Type="http://schemas.openxmlformats.org/officeDocument/2006/relationships/slideLayout" Target="../slideLayouts/slideLayout9.xml"/>
</Relationships>
</file>

<file path=ppt/slides/_rels/slide21.xml.rels><?xml version="1.0" encoding="UTF-8"?>
<Relationships xmlns="http://schemas.openxmlformats.org/package/2006/relationships"><Relationship Id="rId1" Type="http://schemas.openxmlformats.org/officeDocument/2006/relationships/slideLayout" Target="../slideLayouts/slideLayout2.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4" name="PlaceHolder 1"/>
          <p:cNvSpPr>
            <a:spLocks noGrp="1"/>
          </p:cNvSpPr>
          <p:nvPr>
            <p:ph/>
          </p:nvPr>
        </p:nvSpPr>
        <p:spPr>
          <a:xfrm>
            <a:off x="4930920" y="2971800"/>
            <a:ext cx="7411320" cy="1250640"/>
          </a:xfrm>
          <a:prstGeom prst="rect">
            <a:avLst/>
          </a:prstGeom>
          <a:noFill/>
          <a:ln w="0">
            <a:noFill/>
          </a:ln>
        </p:spPr>
        <p:txBody>
          <a:bodyPr lIns="91440" rIns="91440" tIns="45720" bIns="45720" anchor="t">
            <a:noAutofit/>
          </a:bodyPr>
          <a:p>
            <a:pPr indent="0" defTabSz="914400">
              <a:lnSpc>
                <a:spcPct val="100000"/>
              </a:lnSpc>
              <a:spcBef>
                <a:spcPts val="961"/>
              </a:spcBef>
              <a:buNone/>
              <a:tabLst>
                <a:tab algn="l" pos="0"/>
              </a:tabLst>
            </a:pPr>
            <a:r>
              <a:rPr b="1" lang="en-US" sz="4800" spc="-1" strike="noStrike">
                <a:solidFill>
                  <a:srgbClr val="053c6d"/>
                </a:solidFill>
                <a:latin typeface="Zurich BT"/>
              </a:rPr>
              <a:t>UPI Collection API –Product Details</a:t>
            </a:r>
            <a:endParaRPr b="0" lang="en-US" sz="4800" spc="-1" strike="noStrike">
              <a:solidFill>
                <a:schemeClr val="dk1"/>
              </a:solidFill>
              <a:latin typeface="Zurich BT"/>
            </a:endParaRPr>
          </a:p>
        </p:txBody>
      </p:sp>
    </p:spTree>
  </p:cSld>
  <mc:AlternateContent>
    <mc:Choice Requires="p14">
      <p:transition spd="slow" p14:dur="2000"/>
    </mc:Choice>
    <mc:Fallback>
      <p:transition spd="slow"/>
    </mc:Fallback>
  </mc:AlternateContent>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5" name="PlaceHolder 1"/>
          <p:cNvSpPr>
            <a:spLocks noGrp="1"/>
          </p:cNvSpPr>
          <p:nvPr>
            <p:ph/>
          </p:nvPr>
        </p:nvSpPr>
        <p:spPr>
          <a:xfrm>
            <a:off x="0" y="-7200"/>
            <a:ext cx="12188520" cy="442440"/>
          </a:xfrm>
          <a:prstGeom prst="rect">
            <a:avLst/>
          </a:prstGeom>
          <a:noFill/>
          <a:ln w="0">
            <a:noFill/>
          </a:ln>
        </p:spPr>
        <p:txBody>
          <a:bodyPr lIns="91440" rIns="91440" tIns="45720" bIns="45720" anchor="t">
            <a:noAutofit/>
          </a:bodyPr>
          <a:p>
            <a:pPr indent="0" algn="ctr" defTabSz="914400">
              <a:lnSpc>
                <a:spcPct val="100000"/>
              </a:lnSpc>
              <a:spcBef>
                <a:spcPts val="641"/>
              </a:spcBef>
              <a:buNone/>
              <a:tabLst>
                <a:tab algn="l" pos="0"/>
              </a:tabLst>
            </a:pPr>
            <a:r>
              <a:rPr b="1" lang="en-IN" sz="3200" spc="-1" strike="noStrike">
                <a:solidFill>
                  <a:srgbClr val="97281d"/>
                </a:solidFill>
                <a:latin typeface="Zurich BT"/>
              </a:rPr>
              <a:t>UPI API</a:t>
            </a:r>
            <a:endParaRPr b="0" lang="en-US" sz="3200" spc="-1" strike="noStrike">
              <a:solidFill>
                <a:schemeClr val="dk1"/>
              </a:solidFill>
              <a:latin typeface="Zurich BT"/>
            </a:endParaRPr>
          </a:p>
        </p:txBody>
      </p:sp>
      <p:sp>
        <p:nvSpPr>
          <p:cNvPr id="116" name="PlaceHolder 2"/>
          <p:cNvSpPr>
            <a:spLocks noGrp="1"/>
          </p:cNvSpPr>
          <p:nvPr>
            <p:ph/>
          </p:nvPr>
        </p:nvSpPr>
        <p:spPr>
          <a:xfrm>
            <a:off x="227160" y="685800"/>
            <a:ext cx="3922200" cy="5257440"/>
          </a:xfrm>
          <a:prstGeom prst="rect">
            <a:avLst/>
          </a:prstGeom>
          <a:noFill/>
          <a:ln w="0">
            <a:noFill/>
          </a:ln>
        </p:spPr>
        <p:txBody>
          <a:bodyPr lIns="91440" rIns="91440" tIns="45720" bIns="45720" anchor="t">
            <a:noAutofit/>
          </a:bodyPr>
          <a:p>
            <a:pPr indent="0" defTabSz="914400">
              <a:lnSpc>
                <a:spcPct val="100000"/>
              </a:lnSpc>
              <a:spcBef>
                <a:spcPts val="281"/>
              </a:spcBef>
              <a:buNone/>
              <a:tabLst>
                <a:tab algn="l" pos="0"/>
              </a:tabLst>
            </a:pPr>
            <a:r>
              <a:rPr b="1" lang="en-US" sz="1400" spc="-1" strike="noStrike">
                <a:solidFill>
                  <a:schemeClr val="accent3"/>
                </a:solidFill>
                <a:latin typeface="Mulish SemiBold"/>
              </a:rPr>
              <a:t>Dynamic QR/ Intent API</a:t>
            </a:r>
            <a:endParaRPr b="0" lang="en-US" sz="1400" spc="-1" strike="noStrike">
              <a:solidFill>
                <a:schemeClr val="dk1"/>
              </a:solidFill>
              <a:latin typeface="Zurich BT"/>
            </a:endParaRPr>
          </a:p>
          <a:p>
            <a:pPr indent="0" defTabSz="914400">
              <a:lnSpc>
                <a:spcPct val="100000"/>
              </a:lnSpc>
              <a:spcBef>
                <a:spcPts val="221"/>
              </a:spcBef>
              <a:buNone/>
              <a:tabLst>
                <a:tab algn="l" pos="0"/>
              </a:tabLst>
            </a:pPr>
            <a:endParaRPr b="0" lang="en-US" sz="1100" spc="-1" strike="noStrike">
              <a:solidFill>
                <a:schemeClr val="dk1"/>
              </a:solidFill>
              <a:latin typeface="Zurich BT"/>
            </a:endParaRPr>
          </a:p>
          <a:p>
            <a:pPr indent="0" defTabSz="914400">
              <a:lnSpc>
                <a:spcPct val="100000"/>
              </a:lnSpc>
              <a:spcBef>
                <a:spcPts val="221"/>
              </a:spcBef>
              <a:buNone/>
              <a:tabLst>
                <a:tab algn="l" pos="0"/>
              </a:tabLst>
            </a:pPr>
            <a:r>
              <a:rPr b="0" lang="en-US" sz="1100" spc="-1" strike="noStrike">
                <a:solidFill>
                  <a:schemeClr val="accent3"/>
                </a:solidFill>
                <a:latin typeface="Mulish SemiBold"/>
              </a:rPr>
              <a:t>It is a method to receive the payment over a QR code which is created and displayed on Merchant ‘s POS device or a screen to display with dynamic values including the receivable amount. Dynamic QR Code has amount and transaction reference (Bill number/Order ID) embedded in it. </a:t>
            </a:r>
            <a:endParaRPr b="0" lang="en-US" sz="1100" spc="-1" strike="noStrike">
              <a:solidFill>
                <a:schemeClr val="dk1"/>
              </a:solidFill>
              <a:latin typeface="Zurich BT"/>
            </a:endParaRPr>
          </a:p>
          <a:p>
            <a:pPr indent="0" defTabSz="914400">
              <a:lnSpc>
                <a:spcPct val="100000"/>
              </a:lnSpc>
              <a:spcBef>
                <a:spcPts val="221"/>
              </a:spcBef>
              <a:buNone/>
              <a:tabLst>
                <a:tab algn="l" pos="0"/>
              </a:tabLst>
            </a:pPr>
            <a:r>
              <a:rPr b="0" lang="en-IN" sz="1100" spc="-1" strike="noStrike">
                <a:solidFill>
                  <a:schemeClr val="accent3"/>
                </a:solidFill>
                <a:latin typeface="Mulish SemiBold"/>
              </a:rPr>
              <a:t>Once scanned, customer has to just verify the amount and enter the PIN in his UPI App to make the payment.</a:t>
            </a:r>
            <a:endParaRPr b="0" lang="en-US" sz="1100" spc="-1" strike="noStrike">
              <a:solidFill>
                <a:schemeClr val="dk1"/>
              </a:solidFill>
              <a:latin typeface="Zurich BT"/>
            </a:endParaRPr>
          </a:p>
          <a:p>
            <a:pPr indent="0" defTabSz="914400">
              <a:lnSpc>
                <a:spcPct val="100000"/>
              </a:lnSpc>
              <a:spcBef>
                <a:spcPts val="221"/>
              </a:spcBef>
              <a:buNone/>
              <a:tabLst>
                <a:tab algn="l" pos="0"/>
              </a:tabLst>
            </a:pPr>
            <a:endParaRPr b="0" lang="en-US" sz="1100" spc="-1" strike="noStrike">
              <a:solidFill>
                <a:schemeClr val="dk1"/>
              </a:solidFill>
              <a:latin typeface="Zurich BT"/>
            </a:endParaRPr>
          </a:p>
          <a:p>
            <a:pPr indent="0" defTabSz="914400">
              <a:lnSpc>
                <a:spcPct val="100000"/>
              </a:lnSpc>
              <a:spcBef>
                <a:spcPts val="221"/>
              </a:spcBef>
              <a:buNone/>
              <a:tabLst>
                <a:tab algn="l" pos="0"/>
              </a:tabLst>
            </a:pPr>
            <a:r>
              <a:rPr b="0" lang="en-US" sz="1100" spc="-1" strike="noStrike">
                <a:solidFill>
                  <a:schemeClr val="accent3"/>
                </a:solidFill>
                <a:latin typeface="Mulish SemiBold"/>
              </a:rPr>
              <a:t>Benefits:</a:t>
            </a:r>
            <a:endParaRPr b="0" lang="en-US" sz="1100" spc="-1" strike="noStrike">
              <a:solidFill>
                <a:schemeClr val="dk1"/>
              </a:solidFill>
              <a:latin typeface="Zurich BT"/>
            </a:endParaRPr>
          </a:p>
          <a:p>
            <a:pPr indent="0" defTabSz="914400">
              <a:lnSpc>
                <a:spcPct val="100000"/>
              </a:lnSpc>
              <a:spcBef>
                <a:spcPts val="221"/>
              </a:spcBef>
              <a:buNone/>
              <a:tabLst>
                <a:tab algn="l" pos="0"/>
              </a:tabLst>
            </a:pPr>
            <a:endParaRPr b="0" lang="en-US" sz="1100" spc="-1" strike="noStrike">
              <a:solidFill>
                <a:schemeClr val="dk1"/>
              </a:solidFill>
              <a:latin typeface="Zurich BT"/>
            </a:endParaRPr>
          </a:p>
          <a:p>
            <a:pPr indent="0" defTabSz="914400">
              <a:lnSpc>
                <a:spcPct val="150000"/>
              </a:lnSpc>
              <a:spcBef>
                <a:spcPts val="221"/>
              </a:spcBef>
              <a:buNone/>
              <a:tabLst>
                <a:tab algn="l" pos="0"/>
              </a:tabLst>
            </a:pPr>
            <a:r>
              <a:rPr b="0" lang="en-US" sz="1100" spc="-1" strike="noStrike">
                <a:solidFill>
                  <a:schemeClr val="accent3"/>
                </a:solidFill>
                <a:latin typeface="Mulish SemiBold"/>
              </a:rPr>
              <a:t>• </a:t>
            </a:r>
            <a:r>
              <a:rPr b="0" lang="en-US" sz="1100" spc="-1" strike="noStrike">
                <a:solidFill>
                  <a:schemeClr val="accent3"/>
                </a:solidFill>
                <a:latin typeface="Mulish SemiBold"/>
              </a:rPr>
              <a:t>Helps in transaction level recon basis the transaction     </a:t>
            </a:r>
            <a:endParaRPr b="0" lang="en-US" sz="1100" spc="-1" strike="noStrike">
              <a:solidFill>
                <a:schemeClr val="dk1"/>
              </a:solidFill>
              <a:latin typeface="Zurich BT"/>
            </a:endParaRPr>
          </a:p>
          <a:p>
            <a:pPr indent="0" defTabSz="914400">
              <a:lnSpc>
                <a:spcPct val="150000"/>
              </a:lnSpc>
              <a:spcBef>
                <a:spcPts val="221"/>
              </a:spcBef>
              <a:buNone/>
              <a:tabLst>
                <a:tab algn="l" pos="0"/>
              </a:tabLst>
            </a:pPr>
            <a:r>
              <a:rPr b="0" lang="en-US" sz="1100" spc="-1" strike="noStrike">
                <a:solidFill>
                  <a:schemeClr val="accent3"/>
                </a:solidFill>
                <a:latin typeface="Mulish SemiBold"/>
              </a:rPr>
              <a:t>   </a:t>
            </a:r>
            <a:r>
              <a:rPr b="0" lang="en-US" sz="1100" spc="-1" strike="noStrike">
                <a:solidFill>
                  <a:schemeClr val="accent3"/>
                </a:solidFill>
                <a:latin typeface="Mulish SemiBold"/>
              </a:rPr>
              <a:t>reference parameter</a:t>
            </a:r>
            <a:endParaRPr b="0" lang="en-US" sz="1100" spc="-1" strike="noStrike">
              <a:solidFill>
                <a:schemeClr val="dk1"/>
              </a:solidFill>
              <a:latin typeface="Zurich BT"/>
            </a:endParaRPr>
          </a:p>
          <a:p>
            <a:pPr indent="0" defTabSz="914400">
              <a:lnSpc>
                <a:spcPct val="150000"/>
              </a:lnSpc>
              <a:spcBef>
                <a:spcPts val="221"/>
              </a:spcBef>
              <a:buNone/>
              <a:tabLst>
                <a:tab algn="l" pos="0"/>
              </a:tabLst>
            </a:pPr>
            <a:r>
              <a:rPr b="0" lang="en-US" sz="1100" spc="-1" strike="noStrike">
                <a:solidFill>
                  <a:schemeClr val="accent3"/>
                </a:solidFill>
                <a:latin typeface="Mulish SemiBold"/>
              </a:rPr>
              <a:t>• </a:t>
            </a:r>
            <a:r>
              <a:rPr b="0" lang="en-US" sz="1100" spc="-1" strike="noStrike">
                <a:solidFill>
                  <a:schemeClr val="accent3"/>
                </a:solidFill>
                <a:latin typeface="Mulish SemiBold"/>
              </a:rPr>
              <a:t>Instant refund can be triggered by Merchant</a:t>
            </a:r>
            <a:endParaRPr b="0" lang="en-US" sz="1100" spc="-1" strike="noStrike">
              <a:solidFill>
                <a:schemeClr val="dk1"/>
              </a:solidFill>
              <a:latin typeface="Zurich BT"/>
            </a:endParaRPr>
          </a:p>
          <a:p>
            <a:pPr indent="0" defTabSz="914400">
              <a:lnSpc>
                <a:spcPct val="150000"/>
              </a:lnSpc>
              <a:spcBef>
                <a:spcPts val="221"/>
              </a:spcBef>
              <a:buNone/>
              <a:tabLst>
                <a:tab algn="l" pos="0"/>
              </a:tabLst>
            </a:pPr>
            <a:r>
              <a:rPr b="0" lang="en-US" sz="1100" spc="-1" strike="noStrike">
                <a:solidFill>
                  <a:schemeClr val="accent3"/>
                </a:solidFill>
                <a:latin typeface="Mulish SemiBold"/>
              </a:rPr>
              <a:t>• </a:t>
            </a:r>
            <a:r>
              <a:rPr b="0" lang="en-US" sz="1100" spc="-1" strike="noStrike">
                <a:solidFill>
                  <a:schemeClr val="accent3"/>
                </a:solidFill>
                <a:latin typeface="Mulish SemiBold"/>
              </a:rPr>
              <a:t>Preferred by retail merchants in the offline space.</a:t>
            </a:r>
            <a:endParaRPr b="0" lang="en-US" sz="1100" spc="-1" strike="noStrike">
              <a:solidFill>
                <a:schemeClr val="dk1"/>
              </a:solidFill>
              <a:latin typeface="Zurich BT"/>
            </a:endParaRPr>
          </a:p>
          <a:p>
            <a:pPr indent="0" defTabSz="914400">
              <a:lnSpc>
                <a:spcPct val="100000"/>
              </a:lnSpc>
              <a:spcBef>
                <a:spcPts val="221"/>
              </a:spcBef>
              <a:buNone/>
              <a:tabLst>
                <a:tab algn="l" pos="0"/>
              </a:tabLst>
            </a:pPr>
            <a:endParaRPr b="0" lang="en-US" sz="1100" spc="-1" strike="noStrike">
              <a:solidFill>
                <a:schemeClr val="dk1"/>
              </a:solidFill>
              <a:latin typeface="Zurich BT"/>
            </a:endParaRPr>
          </a:p>
          <a:p>
            <a:pPr indent="0" defTabSz="914400">
              <a:lnSpc>
                <a:spcPct val="100000"/>
              </a:lnSpc>
              <a:spcBef>
                <a:spcPts val="221"/>
              </a:spcBef>
              <a:buNone/>
              <a:tabLst>
                <a:tab algn="l" pos="0"/>
              </a:tabLst>
            </a:pPr>
            <a:r>
              <a:rPr b="0" lang="en-US" sz="1100" spc="-1" strike="noStrike">
                <a:solidFill>
                  <a:schemeClr val="accent3"/>
                </a:solidFill>
                <a:latin typeface="Mulish SemiBold"/>
              </a:rPr>
              <a:t>Payer can’t change the amount in this QR. It’s generated usually on digital screen such laptop/mobile app.</a:t>
            </a:r>
            <a:endParaRPr b="0" lang="en-US" sz="1100" spc="-1" strike="noStrike">
              <a:solidFill>
                <a:schemeClr val="dk1"/>
              </a:solidFill>
              <a:latin typeface="Zurich BT"/>
            </a:endParaRPr>
          </a:p>
          <a:p>
            <a:pPr indent="0" defTabSz="914400">
              <a:lnSpc>
                <a:spcPct val="100000"/>
              </a:lnSpc>
              <a:spcBef>
                <a:spcPts val="221"/>
              </a:spcBef>
              <a:buNone/>
              <a:tabLst>
                <a:tab algn="l" pos="0"/>
              </a:tabLst>
            </a:pPr>
            <a:endParaRPr b="0" lang="en-US" sz="1100" spc="-1" strike="noStrike">
              <a:solidFill>
                <a:schemeClr val="dk1"/>
              </a:solidFill>
              <a:latin typeface="Zurich BT"/>
            </a:endParaRPr>
          </a:p>
          <a:p>
            <a:pPr indent="0" defTabSz="914400">
              <a:lnSpc>
                <a:spcPct val="100000"/>
              </a:lnSpc>
              <a:spcBef>
                <a:spcPts val="221"/>
              </a:spcBef>
              <a:buNone/>
              <a:tabLst>
                <a:tab algn="l" pos="0"/>
              </a:tabLst>
            </a:pPr>
            <a:r>
              <a:rPr b="0" lang="en-US" sz="1100" spc="-1" strike="noStrike">
                <a:solidFill>
                  <a:schemeClr val="accent3"/>
                </a:solidFill>
                <a:latin typeface="Mulish SemiBold"/>
              </a:rPr>
              <a:t>Since dynamic QR is unique for each transaction it’s easy for reconciliation. It enables quick invoice reconciliation. Merchant can get status of transaction based on reference id mentioned in QR string.</a:t>
            </a:r>
            <a:endParaRPr b="0" lang="en-US" sz="1100" spc="-1" strike="noStrike">
              <a:solidFill>
                <a:schemeClr val="dk1"/>
              </a:solidFill>
              <a:latin typeface="Zurich BT"/>
            </a:endParaRPr>
          </a:p>
          <a:p>
            <a:pPr indent="0" defTabSz="914400">
              <a:lnSpc>
                <a:spcPct val="100000"/>
              </a:lnSpc>
              <a:spcBef>
                <a:spcPts val="221"/>
              </a:spcBef>
              <a:buNone/>
              <a:tabLst>
                <a:tab algn="l" pos="0"/>
              </a:tabLst>
            </a:pPr>
            <a:endParaRPr b="0" lang="en-US" sz="1100" spc="-1" strike="noStrike">
              <a:solidFill>
                <a:schemeClr val="dk1"/>
              </a:solidFill>
              <a:latin typeface="Zurich BT"/>
            </a:endParaRPr>
          </a:p>
        </p:txBody>
      </p:sp>
      <p:sp>
        <p:nvSpPr>
          <p:cNvPr id="117" name="PlaceHolder 3"/>
          <p:cNvSpPr>
            <a:spLocks noGrp="1"/>
          </p:cNvSpPr>
          <p:nvPr>
            <p:ph type="sldNum" idx="31"/>
          </p:nvPr>
        </p:nvSpPr>
        <p:spPr>
          <a:xfrm>
            <a:off x="11199960" y="6415560"/>
            <a:ext cx="609120" cy="365760"/>
          </a:xfrm>
          <a:prstGeom prst="rect">
            <a:avLst/>
          </a:prstGeom>
          <a:noFill/>
          <a:ln w="0">
            <a:noFill/>
          </a:ln>
        </p:spPr>
        <p:txBody>
          <a:bodyPr lIns="91440" rIns="91440" tIns="45720" bIns="45720" anchor="ctr">
            <a:noAutofit/>
          </a:bodyPr>
          <a:lstStyle>
            <a:lvl1pPr indent="0" algn="r" defTabSz="914400">
              <a:lnSpc>
                <a:spcPct val="100000"/>
              </a:lnSpc>
              <a:buNone/>
              <a:defRPr b="0" lang="en-US" sz="1200" spc="-1" strike="noStrike">
                <a:solidFill>
                  <a:srgbClr val="1f497d"/>
                </a:solidFill>
                <a:latin typeface="Zurich Lt BT"/>
              </a:defRPr>
            </a:lvl1pPr>
          </a:lstStyle>
          <a:p>
            <a:pPr indent="0" algn="r" defTabSz="914400">
              <a:lnSpc>
                <a:spcPct val="100000"/>
              </a:lnSpc>
              <a:buNone/>
            </a:pPr>
            <a:fld id="{09ECEF2A-5FBC-427B-A179-57421229A7B0}" type="slidenum">
              <a:rPr b="0" lang="en-US" sz="1200" spc="-1" strike="noStrike">
                <a:solidFill>
                  <a:srgbClr val="1f497d"/>
                </a:solidFill>
                <a:latin typeface="Zurich Lt BT"/>
              </a:rPr>
              <a:t>&lt;number&gt;</a:t>
            </a:fld>
            <a:endParaRPr b="0" lang="en-IN" sz="1200" spc="-1" strike="noStrike">
              <a:solidFill>
                <a:srgbClr val="000000"/>
              </a:solidFill>
              <a:latin typeface="Times New Roman"/>
            </a:endParaRPr>
          </a:p>
        </p:txBody>
      </p:sp>
      <p:sp>
        <p:nvSpPr>
          <p:cNvPr id="118" name="PlaceHolder 4"/>
          <p:cNvSpPr>
            <a:spLocks noGrp="1"/>
          </p:cNvSpPr>
          <p:nvPr>
            <p:ph/>
          </p:nvPr>
        </p:nvSpPr>
        <p:spPr>
          <a:xfrm>
            <a:off x="4341960" y="687600"/>
            <a:ext cx="3882600" cy="6017400"/>
          </a:xfrm>
          <a:prstGeom prst="rect">
            <a:avLst/>
          </a:prstGeom>
          <a:noFill/>
          <a:ln w="0">
            <a:noFill/>
          </a:ln>
        </p:spPr>
        <p:txBody>
          <a:bodyPr lIns="91440" rIns="91440" tIns="45720" bIns="45720" anchor="t">
            <a:noAutofit/>
          </a:bodyPr>
          <a:p>
            <a:pPr indent="0" defTabSz="914400">
              <a:lnSpc>
                <a:spcPct val="100000"/>
              </a:lnSpc>
              <a:spcBef>
                <a:spcPts val="281"/>
              </a:spcBef>
              <a:buNone/>
              <a:tabLst>
                <a:tab algn="l" pos="0"/>
              </a:tabLst>
            </a:pPr>
            <a:r>
              <a:rPr b="0" lang="en-US" sz="1400" spc="-1" strike="noStrike">
                <a:solidFill>
                  <a:schemeClr val="accent3"/>
                </a:solidFill>
                <a:latin typeface="Mulish SemiBold"/>
              </a:rPr>
              <a:t>Static QR API</a:t>
            </a:r>
            <a:endParaRPr b="0" lang="en-US" sz="1400" spc="-1" strike="noStrike">
              <a:solidFill>
                <a:schemeClr val="dk1"/>
              </a:solidFill>
              <a:latin typeface="Zurich BT"/>
            </a:endParaRPr>
          </a:p>
          <a:p>
            <a:pPr indent="0" defTabSz="914400">
              <a:lnSpc>
                <a:spcPct val="100000"/>
              </a:lnSpc>
              <a:spcBef>
                <a:spcPts val="221"/>
              </a:spcBef>
              <a:buNone/>
              <a:tabLst>
                <a:tab algn="l" pos="0"/>
              </a:tabLst>
            </a:pPr>
            <a:endParaRPr b="0" lang="en-US" sz="1100" spc="-1" strike="noStrike">
              <a:solidFill>
                <a:schemeClr val="dk1"/>
              </a:solidFill>
              <a:latin typeface="Zurich BT"/>
            </a:endParaRPr>
          </a:p>
          <a:p>
            <a:pPr indent="0" defTabSz="914400">
              <a:lnSpc>
                <a:spcPct val="100000"/>
              </a:lnSpc>
              <a:spcBef>
                <a:spcPts val="221"/>
              </a:spcBef>
              <a:buNone/>
              <a:tabLst>
                <a:tab algn="l" pos="0"/>
              </a:tabLst>
            </a:pPr>
            <a:r>
              <a:rPr b="0" lang="en-US" sz="1100" spc="-1" strike="noStrike">
                <a:solidFill>
                  <a:schemeClr val="accent3"/>
                </a:solidFill>
                <a:latin typeface="Mulish SemiBold"/>
              </a:rPr>
              <a:t>It is a method to receive the payment on a QR Code pasted on the merchant’s shop. The QR Code has the merchant’s UPI VPA embedded in it, which enables the payment to the merchant. Customer has to manually enter the payable amount before entering the PIN.</a:t>
            </a:r>
            <a:endParaRPr b="0" lang="en-US" sz="1100" spc="-1" strike="noStrike">
              <a:solidFill>
                <a:schemeClr val="dk1"/>
              </a:solidFill>
              <a:latin typeface="Zurich BT"/>
            </a:endParaRPr>
          </a:p>
          <a:p>
            <a:pPr indent="0" defTabSz="914400">
              <a:lnSpc>
                <a:spcPct val="100000"/>
              </a:lnSpc>
              <a:spcBef>
                <a:spcPts val="221"/>
              </a:spcBef>
              <a:buNone/>
              <a:tabLst>
                <a:tab algn="l" pos="0"/>
              </a:tabLst>
            </a:pPr>
            <a:endParaRPr b="0" lang="en-US" sz="1100" spc="-1" strike="noStrike">
              <a:solidFill>
                <a:schemeClr val="dk1"/>
              </a:solidFill>
              <a:latin typeface="Zurich BT"/>
            </a:endParaRPr>
          </a:p>
          <a:p>
            <a:pPr indent="0" defTabSz="914400">
              <a:lnSpc>
                <a:spcPct val="100000"/>
              </a:lnSpc>
              <a:spcBef>
                <a:spcPts val="221"/>
              </a:spcBef>
              <a:buNone/>
              <a:tabLst>
                <a:tab algn="l" pos="0"/>
              </a:tabLst>
            </a:pPr>
            <a:r>
              <a:rPr b="0" lang="en-IN" sz="1100" spc="-1" strike="noStrike">
                <a:solidFill>
                  <a:schemeClr val="accent3"/>
                </a:solidFill>
                <a:latin typeface="Mulish SemiBold"/>
              </a:rPr>
              <a:t>Merchant has to get a unique VPA from ICICI Bank.</a:t>
            </a:r>
            <a:endParaRPr b="0" lang="en-US" sz="1100" spc="-1" strike="noStrike">
              <a:solidFill>
                <a:schemeClr val="dk1"/>
              </a:solidFill>
              <a:latin typeface="Zurich BT"/>
            </a:endParaRPr>
          </a:p>
          <a:p>
            <a:pPr indent="0" defTabSz="914400">
              <a:lnSpc>
                <a:spcPct val="100000"/>
              </a:lnSpc>
              <a:spcBef>
                <a:spcPts val="221"/>
              </a:spcBef>
              <a:buNone/>
              <a:tabLst>
                <a:tab algn="l" pos="0"/>
              </a:tabLst>
            </a:pPr>
            <a:endParaRPr b="0" lang="en-US" sz="1100" spc="-1" strike="noStrike">
              <a:solidFill>
                <a:schemeClr val="dk1"/>
              </a:solidFill>
              <a:latin typeface="Zurich BT"/>
            </a:endParaRPr>
          </a:p>
          <a:p>
            <a:pPr indent="0" defTabSz="914400">
              <a:lnSpc>
                <a:spcPct val="100000"/>
              </a:lnSpc>
              <a:spcBef>
                <a:spcPts val="221"/>
              </a:spcBef>
              <a:buNone/>
              <a:tabLst>
                <a:tab algn="l" pos="0"/>
              </a:tabLst>
            </a:pPr>
            <a:r>
              <a:rPr b="0" lang="en-US" sz="1100" spc="-1" strike="noStrike">
                <a:solidFill>
                  <a:schemeClr val="accent3"/>
                </a:solidFill>
                <a:latin typeface="Mulish SemiBold"/>
              </a:rPr>
              <a:t>Benefits: </a:t>
            </a:r>
            <a:endParaRPr b="0" lang="en-US" sz="1100" spc="-1" strike="noStrike">
              <a:solidFill>
                <a:schemeClr val="dk1"/>
              </a:solidFill>
              <a:latin typeface="Zurich BT"/>
            </a:endParaRPr>
          </a:p>
          <a:p>
            <a:pPr indent="0" defTabSz="914400">
              <a:lnSpc>
                <a:spcPct val="100000"/>
              </a:lnSpc>
              <a:spcBef>
                <a:spcPts val="221"/>
              </a:spcBef>
              <a:buNone/>
              <a:tabLst>
                <a:tab algn="l" pos="0"/>
              </a:tabLst>
            </a:pPr>
            <a:endParaRPr b="0" lang="en-US" sz="1100" spc="-1" strike="noStrike">
              <a:solidFill>
                <a:schemeClr val="dk1"/>
              </a:solidFill>
              <a:latin typeface="Zurich BT"/>
            </a:endParaRPr>
          </a:p>
          <a:p>
            <a:pPr marL="342720" indent="-342720" defTabSz="914400">
              <a:lnSpc>
                <a:spcPct val="150000"/>
              </a:lnSpc>
              <a:spcBef>
                <a:spcPts val="221"/>
              </a:spcBef>
              <a:buClr>
                <a:srgbClr val="053c6d"/>
              </a:buClr>
              <a:buFont typeface="Arial"/>
              <a:buChar char="•"/>
              <a:tabLst>
                <a:tab algn="l" pos="0"/>
              </a:tabLst>
            </a:pPr>
            <a:r>
              <a:rPr b="0" lang="en-US" sz="1100" spc="-1" strike="noStrike">
                <a:solidFill>
                  <a:schemeClr val="accent3"/>
                </a:solidFill>
                <a:latin typeface="Mulish SemiBold"/>
              </a:rPr>
              <a:t>Easy &amp; low cost Integration of callback notifications from Bank</a:t>
            </a:r>
            <a:endParaRPr b="0" lang="en-US" sz="1100" spc="-1" strike="noStrike">
              <a:solidFill>
                <a:schemeClr val="dk1"/>
              </a:solidFill>
              <a:latin typeface="Zurich BT"/>
            </a:endParaRPr>
          </a:p>
          <a:p>
            <a:pPr marL="342720" indent="-342720" defTabSz="914400">
              <a:lnSpc>
                <a:spcPct val="150000"/>
              </a:lnSpc>
              <a:spcBef>
                <a:spcPts val="221"/>
              </a:spcBef>
              <a:buClr>
                <a:srgbClr val="053c6d"/>
              </a:buClr>
              <a:buFont typeface="Arial"/>
              <a:buChar char="•"/>
              <a:tabLst>
                <a:tab algn="l" pos="0"/>
              </a:tabLst>
            </a:pPr>
            <a:r>
              <a:rPr b="0" lang="en-US" sz="1100" spc="-1" strike="noStrike">
                <a:solidFill>
                  <a:schemeClr val="accent3"/>
                </a:solidFill>
                <a:latin typeface="Mulish SemiBold"/>
              </a:rPr>
              <a:t>MIS shared to the merchant on email.</a:t>
            </a:r>
            <a:endParaRPr b="0" lang="en-US" sz="1100" spc="-1" strike="noStrike">
              <a:solidFill>
                <a:schemeClr val="dk1"/>
              </a:solidFill>
              <a:latin typeface="Zurich BT"/>
            </a:endParaRPr>
          </a:p>
          <a:p>
            <a:pPr marL="342720" indent="-342720" defTabSz="914400">
              <a:lnSpc>
                <a:spcPct val="150000"/>
              </a:lnSpc>
              <a:spcBef>
                <a:spcPts val="221"/>
              </a:spcBef>
              <a:buClr>
                <a:srgbClr val="053c6d"/>
              </a:buClr>
              <a:buFont typeface="Arial"/>
              <a:buChar char="•"/>
              <a:tabLst>
                <a:tab algn="l" pos="0"/>
              </a:tabLst>
            </a:pPr>
            <a:r>
              <a:rPr b="0" lang="en-US" sz="1100" spc="-1" strike="noStrike">
                <a:solidFill>
                  <a:schemeClr val="accent3"/>
                </a:solidFill>
                <a:latin typeface="Mulish SemiBold"/>
              </a:rPr>
              <a:t>Merchant can publish multiple copies of static QR code to place in their Store(s). </a:t>
            </a:r>
            <a:endParaRPr b="0" lang="en-US" sz="1100" spc="-1" strike="noStrike">
              <a:solidFill>
                <a:schemeClr val="dk1"/>
              </a:solidFill>
              <a:latin typeface="Zurich BT"/>
            </a:endParaRPr>
          </a:p>
          <a:p>
            <a:pPr indent="0" defTabSz="914400">
              <a:lnSpc>
                <a:spcPct val="100000"/>
              </a:lnSpc>
              <a:spcBef>
                <a:spcPts val="221"/>
              </a:spcBef>
              <a:buNone/>
              <a:tabLst>
                <a:tab algn="l" pos="0"/>
              </a:tabLst>
            </a:pPr>
            <a:endParaRPr b="0" lang="en-US" sz="1100" spc="-1" strike="noStrike">
              <a:solidFill>
                <a:schemeClr val="dk1"/>
              </a:solidFill>
              <a:latin typeface="Zurich BT"/>
            </a:endParaRPr>
          </a:p>
          <a:p>
            <a:pPr indent="0" defTabSz="914400">
              <a:lnSpc>
                <a:spcPct val="100000"/>
              </a:lnSpc>
              <a:spcBef>
                <a:spcPts val="221"/>
              </a:spcBef>
              <a:buNone/>
              <a:tabLst>
                <a:tab algn="l" pos="0"/>
              </a:tabLst>
            </a:pPr>
            <a:r>
              <a:rPr b="0" lang="en-US" sz="1100" spc="-1" strike="noStrike">
                <a:solidFill>
                  <a:schemeClr val="accent3"/>
                </a:solidFill>
                <a:latin typeface="Mulish SemiBold"/>
              </a:rPr>
              <a:t>Static QR code can be generated online using following string - </a:t>
            </a:r>
            <a:endParaRPr b="0" lang="en-US" sz="1100" spc="-1" strike="noStrike">
              <a:solidFill>
                <a:schemeClr val="dk1"/>
              </a:solidFill>
              <a:latin typeface="Zurich BT"/>
            </a:endParaRPr>
          </a:p>
          <a:p>
            <a:pPr indent="0" defTabSz="914400">
              <a:lnSpc>
                <a:spcPct val="100000"/>
              </a:lnSpc>
              <a:spcBef>
                <a:spcPts val="221"/>
              </a:spcBef>
              <a:buNone/>
              <a:tabLst>
                <a:tab algn="l" pos="0"/>
              </a:tabLst>
            </a:pPr>
            <a:endParaRPr b="0" lang="en-US" sz="1100" spc="-1" strike="noStrike">
              <a:solidFill>
                <a:schemeClr val="dk1"/>
              </a:solidFill>
              <a:latin typeface="Zurich BT"/>
            </a:endParaRPr>
          </a:p>
          <a:p>
            <a:pPr indent="0" defTabSz="914400">
              <a:lnSpc>
                <a:spcPct val="100000"/>
              </a:lnSpc>
              <a:spcBef>
                <a:spcPts val="221"/>
              </a:spcBef>
              <a:buNone/>
              <a:tabLst>
                <a:tab algn="l" pos="0"/>
              </a:tabLst>
            </a:pPr>
            <a:r>
              <a:rPr b="0" lang="en-US" sz="1100" spc="-1" strike="noStrike">
                <a:solidFill>
                  <a:schemeClr val="accent3"/>
                </a:solidFill>
                <a:latin typeface="Zurich BT"/>
              </a:rPr>
              <a:t>upi://pay?pa=&lt;merchant VPA&gt;&amp;pn=&lt;merchant name&gt;&amp;tr=&lt;Refid&gt;&amp;am=&lt;amount&gt;&amp;cu=INR&amp;mc=&lt;MCC code&gt;</a:t>
            </a:r>
            <a:endParaRPr b="0" lang="en-US" sz="1100" spc="-1" strike="noStrike">
              <a:solidFill>
                <a:schemeClr val="dk1"/>
              </a:solidFill>
              <a:latin typeface="Zurich BT"/>
            </a:endParaRPr>
          </a:p>
          <a:p>
            <a:pPr indent="0" defTabSz="914400">
              <a:lnSpc>
                <a:spcPct val="100000"/>
              </a:lnSpc>
              <a:spcBef>
                <a:spcPts val="221"/>
              </a:spcBef>
              <a:buNone/>
              <a:tabLst>
                <a:tab algn="l" pos="0"/>
              </a:tabLst>
            </a:pPr>
            <a:r>
              <a:rPr b="0" lang="en-IN" sz="1100" spc="-1" strike="noStrike">
                <a:solidFill>
                  <a:schemeClr val="accent3"/>
                </a:solidFill>
                <a:latin typeface="Zurich BT"/>
              </a:rPr>
              <a:t>i.e. </a:t>
            </a:r>
            <a:endParaRPr b="0" lang="en-US" sz="1100" spc="-1" strike="noStrike">
              <a:solidFill>
                <a:schemeClr val="dk1"/>
              </a:solidFill>
              <a:latin typeface="Zurich BT"/>
            </a:endParaRPr>
          </a:p>
          <a:p>
            <a:pPr indent="0" defTabSz="914400">
              <a:lnSpc>
                <a:spcPct val="100000"/>
              </a:lnSpc>
              <a:spcBef>
                <a:spcPts val="221"/>
              </a:spcBef>
              <a:buNone/>
              <a:tabLst>
                <a:tab algn="l" pos="0"/>
              </a:tabLst>
            </a:pPr>
            <a:r>
              <a:rPr b="0" lang="en-IN" sz="1100" spc="-1" strike="noStrike">
                <a:solidFill>
                  <a:schemeClr val="accent3"/>
                </a:solidFill>
                <a:latin typeface="Zurich BT"/>
              </a:rPr>
              <a:t>upi://pay?pa=</a:t>
            </a:r>
            <a:r>
              <a:rPr b="1" lang="en-IN" sz="1100" spc="-1" strike="noStrike">
                <a:solidFill>
                  <a:schemeClr val="accent3"/>
                </a:solidFill>
                <a:latin typeface="Zurich BT"/>
              </a:rPr>
              <a:t>ambani108@icici</a:t>
            </a:r>
            <a:r>
              <a:rPr b="0" lang="en-IN" sz="1100" spc="-1" strike="noStrike">
                <a:solidFill>
                  <a:schemeClr val="accent3"/>
                </a:solidFill>
                <a:latin typeface="Zurich BT"/>
              </a:rPr>
              <a:t>&amp;pn=</a:t>
            </a:r>
            <a:r>
              <a:rPr b="1" lang="en-IN" sz="1100" spc="-1" strike="noStrike">
                <a:solidFill>
                  <a:schemeClr val="accent3"/>
                </a:solidFill>
                <a:latin typeface="Zurich BT"/>
              </a:rPr>
              <a:t>adanipvtltd</a:t>
            </a:r>
            <a:r>
              <a:rPr b="0" lang="en-IN" sz="1100" spc="-1" strike="noStrike">
                <a:solidFill>
                  <a:schemeClr val="accent3"/>
                </a:solidFill>
                <a:latin typeface="Zurich BT"/>
              </a:rPr>
              <a:t>&amp;tr=</a:t>
            </a:r>
            <a:r>
              <a:rPr b="1" lang="en-IN" sz="1100" spc="-1" strike="noStrike">
                <a:solidFill>
                  <a:schemeClr val="accent3"/>
                </a:solidFill>
                <a:latin typeface="Zurich BT"/>
              </a:rPr>
              <a:t>MNOreg123</a:t>
            </a:r>
            <a:r>
              <a:rPr b="0" lang="en-IN" sz="1100" spc="-1" strike="noStrike">
                <a:solidFill>
                  <a:schemeClr val="accent3"/>
                </a:solidFill>
                <a:latin typeface="Zurich BT"/>
              </a:rPr>
              <a:t>&amp;am=&amp;cu=</a:t>
            </a:r>
            <a:r>
              <a:rPr b="1" lang="en-IN" sz="1100" spc="-1" strike="noStrike">
                <a:solidFill>
                  <a:schemeClr val="accent3"/>
                </a:solidFill>
                <a:latin typeface="Zurich BT"/>
              </a:rPr>
              <a:t>INR</a:t>
            </a:r>
            <a:r>
              <a:rPr b="0" lang="en-IN" sz="1100" spc="-1" strike="noStrike">
                <a:solidFill>
                  <a:schemeClr val="accent3"/>
                </a:solidFill>
                <a:latin typeface="Zurich BT"/>
              </a:rPr>
              <a:t>&amp;mc=</a:t>
            </a:r>
            <a:r>
              <a:rPr b="1" lang="en-IN" sz="1100" spc="-1" strike="noStrike">
                <a:solidFill>
                  <a:schemeClr val="accent3"/>
                </a:solidFill>
                <a:latin typeface="Zurich BT"/>
              </a:rPr>
              <a:t>5411</a:t>
            </a:r>
            <a:endParaRPr b="0" lang="en-US" sz="1100" spc="-1" strike="noStrike">
              <a:solidFill>
                <a:schemeClr val="dk1"/>
              </a:solidFill>
              <a:latin typeface="Zurich BT"/>
            </a:endParaRPr>
          </a:p>
          <a:p>
            <a:pPr indent="0" defTabSz="914400">
              <a:lnSpc>
                <a:spcPct val="100000"/>
              </a:lnSpc>
              <a:spcBef>
                <a:spcPts val="479"/>
              </a:spcBef>
              <a:buNone/>
              <a:tabLst>
                <a:tab algn="l" pos="0"/>
              </a:tabLst>
            </a:pPr>
            <a:endParaRPr b="0" lang="en-US" sz="2400" spc="-1" strike="noStrike">
              <a:solidFill>
                <a:schemeClr val="dk1"/>
              </a:solidFill>
              <a:latin typeface="Zurich BT"/>
            </a:endParaRPr>
          </a:p>
          <a:p>
            <a:pPr indent="0" defTabSz="914400">
              <a:lnSpc>
                <a:spcPct val="100000"/>
              </a:lnSpc>
              <a:spcBef>
                <a:spcPts val="221"/>
              </a:spcBef>
              <a:buNone/>
              <a:tabLst>
                <a:tab algn="l" pos="0"/>
              </a:tabLst>
            </a:pPr>
            <a:endParaRPr b="0" lang="en-US" sz="1100" spc="-1" strike="noStrike">
              <a:solidFill>
                <a:schemeClr val="dk1"/>
              </a:solidFill>
              <a:latin typeface="Zurich BT"/>
            </a:endParaRPr>
          </a:p>
        </p:txBody>
      </p:sp>
      <p:sp>
        <p:nvSpPr>
          <p:cNvPr id="119" name="PlaceHolder 5"/>
          <p:cNvSpPr>
            <a:spLocks noGrp="1"/>
          </p:cNvSpPr>
          <p:nvPr>
            <p:ph/>
          </p:nvPr>
        </p:nvSpPr>
        <p:spPr>
          <a:xfrm>
            <a:off x="8224920" y="599760"/>
            <a:ext cx="3844440" cy="5257440"/>
          </a:xfrm>
          <a:prstGeom prst="rect">
            <a:avLst/>
          </a:prstGeom>
          <a:noFill/>
          <a:ln w="0">
            <a:noFill/>
          </a:ln>
        </p:spPr>
        <p:txBody>
          <a:bodyPr lIns="91440" rIns="91440" tIns="45720" bIns="45720" anchor="t">
            <a:noAutofit/>
          </a:bodyPr>
          <a:p>
            <a:pPr indent="0" defTabSz="914400">
              <a:lnSpc>
                <a:spcPct val="100000"/>
              </a:lnSpc>
              <a:spcBef>
                <a:spcPts val="281"/>
              </a:spcBef>
              <a:buNone/>
              <a:tabLst>
                <a:tab algn="l" pos="0"/>
              </a:tabLst>
            </a:pPr>
            <a:r>
              <a:rPr b="0" lang="en-IN" sz="1400" spc="-1" strike="noStrike">
                <a:solidFill>
                  <a:schemeClr val="accent3"/>
                </a:solidFill>
                <a:latin typeface="Zurich BT"/>
              </a:rPr>
              <a:t>Collect API</a:t>
            </a:r>
            <a:endParaRPr b="0" lang="en-US" sz="1400" spc="-1" strike="noStrike">
              <a:solidFill>
                <a:schemeClr val="dk1"/>
              </a:solidFill>
              <a:latin typeface="Zurich BT"/>
            </a:endParaRPr>
          </a:p>
          <a:p>
            <a:pPr indent="0" defTabSz="914400">
              <a:lnSpc>
                <a:spcPct val="100000"/>
              </a:lnSpc>
              <a:spcBef>
                <a:spcPts val="281"/>
              </a:spcBef>
              <a:buNone/>
              <a:tabLst>
                <a:tab algn="l" pos="0"/>
              </a:tabLst>
            </a:pPr>
            <a:endParaRPr b="0" lang="en-US" sz="1400" spc="-1" strike="noStrike">
              <a:solidFill>
                <a:schemeClr val="dk1"/>
              </a:solidFill>
              <a:latin typeface="Zurich BT"/>
            </a:endParaRPr>
          </a:p>
          <a:p>
            <a:pPr indent="0" defTabSz="914400">
              <a:lnSpc>
                <a:spcPct val="100000"/>
              </a:lnSpc>
              <a:spcBef>
                <a:spcPts val="221"/>
              </a:spcBef>
              <a:buNone/>
              <a:tabLst>
                <a:tab algn="l" pos="0"/>
              </a:tabLst>
            </a:pPr>
            <a:r>
              <a:rPr b="0" lang="en-US" sz="1100" spc="-1" strike="noStrike">
                <a:solidFill>
                  <a:schemeClr val="accent3"/>
                </a:solidFill>
                <a:latin typeface="Zurich BT"/>
              </a:rPr>
              <a:t>It is a method to receive the payment where the customer is required to provide their UPI VPA ID on merchant application/ website to get a payment requests. Once, the customer authorizes the request using his PIN, the payment is made to merchant requesting for payment. This method is preferred by merchants who have their own websites. Most prevalent in Govt. clients. </a:t>
            </a:r>
            <a:endParaRPr b="0" lang="en-US" sz="1100" spc="-1" strike="noStrike">
              <a:solidFill>
                <a:schemeClr val="dk1"/>
              </a:solidFill>
              <a:latin typeface="Zurich BT"/>
            </a:endParaRPr>
          </a:p>
        </p:txBody>
      </p:sp>
      <p:pic>
        <p:nvPicPr>
          <p:cNvPr id="120" name="" descr="">
            <a:hlinkClick r:id="" action="ppaction://media"/>
          </p:cNvPr>
          <p:cNvPicPr/>
          <p:nvPr>
            <a:videoFile r:link="rId1"/>
            <p:extLst>
              <p:ext uri="{DAA4B4D4-6D71-4841-9C94-3DE7FCFB9230}">
                <p14:media r:embed="rId2"/>
              </p:ext>
            </p:extLst>
          </p:nvPr>
        </p:nvPicPr>
        <p:blipFill>
          <a:blip r:embed="rId3"/>
          <a:stretch>
            <a:fillRect/>
          </a:stretch>
        </p:blipFill>
        <p:spPr>
          <a:xfrm>
            <a:off x="8609040" y="2590920"/>
            <a:ext cx="2612880" cy="4114440"/>
          </a:xfrm>
          <a:prstGeom prst="rect">
            <a:avLst/>
          </a:prstGeom>
          <a:ln w="0">
            <a:noFill/>
          </a:ln>
        </p:spPr>
      </p:pic>
      <p:sp>
        <p:nvSpPr>
          <p:cNvPr id="121" name="PlaceHolder 6"/>
          <p:cNvSpPr>
            <a:spLocks noGrp="1"/>
          </p:cNvSpPr>
          <p:nvPr>
            <p:ph/>
          </p:nvPr>
        </p:nvSpPr>
        <p:spPr>
          <a:xfrm>
            <a:off x="4341960" y="687600"/>
            <a:ext cx="3882600" cy="6017400"/>
          </a:xfrm>
          <a:prstGeom prst="rect">
            <a:avLst/>
          </a:prstGeom>
          <a:noFill/>
          <a:ln w="0">
            <a:noFill/>
          </a:ln>
        </p:spPr>
        <p:txBody>
          <a:bodyPr lIns="91440" rIns="91440" tIns="45720" bIns="45720" anchor="t">
            <a:noAutofit/>
          </a:bodyPr>
          <a:p>
            <a:pPr indent="0" defTabSz="914400">
              <a:lnSpc>
                <a:spcPct val="100000"/>
              </a:lnSpc>
              <a:spcBef>
                <a:spcPts val="281"/>
              </a:spcBef>
              <a:buNone/>
              <a:tabLst>
                <a:tab algn="l" pos="0"/>
              </a:tabLst>
            </a:pPr>
            <a:r>
              <a:rPr b="0" lang="en-US" sz="1400" spc="-1" strike="noStrike">
                <a:solidFill>
                  <a:schemeClr val="accent3"/>
                </a:solidFill>
                <a:latin typeface="Mulish SemiBold"/>
              </a:rPr>
              <a:t>Static QR API</a:t>
            </a:r>
            <a:endParaRPr b="0" lang="en-US" sz="1400" spc="-1" strike="noStrike">
              <a:solidFill>
                <a:schemeClr val="dk1"/>
              </a:solidFill>
              <a:latin typeface="Zurich BT"/>
            </a:endParaRPr>
          </a:p>
          <a:p>
            <a:pPr indent="0" defTabSz="914400">
              <a:lnSpc>
                <a:spcPct val="100000"/>
              </a:lnSpc>
              <a:spcBef>
                <a:spcPts val="221"/>
              </a:spcBef>
              <a:buNone/>
              <a:tabLst>
                <a:tab algn="l" pos="0"/>
              </a:tabLst>
            </a:pPr>
            <a:endParaRPr b="0" lang="en-US" sz="1100" spc="-1" strike="noStrike">
              <a:solidFill>
                <a:schemeClr val="dk1"/>
              </a:solidFill>
              <a:latin typeface="Zurich BT"/>
            </a:endParaRPr>
          </a:p>
          <a:p>
            <a:pPr indent="0" defTabSz="914400">
              <a:lnSpc>
                <a:spcPct val="100000"/>
              </a:lnSpc>
              <a:spcBef>
                <a:spcPts val="221"/>
              </a:spcBef>
              <a:buNone/>
              <a:tabLst>
                <a:tab algn="l" pos="0"/>
              </a:tabLst>
            </a:pPr>
            <a:r>
              <a:rPr b="0" lang="en-US" sz="1100" spc="-1" strike="noStrike">
                <a:solidFill>
                  <a:schemeClr val="accent3"/>
                </a:solidFill>
                <a:latin typeface="Mulish SemiBold"/>
              </a:rPr>
              <a:t>It is a method to receive the payment on a QR Code pasted on the merchant’s shop. The QR Code has the merchant’s UPI VPA embedded in it, which enables the payment to the merchant. Customer has to manually enter the payable amount before entering the PIN.</a:t>
            </a:r>
            <a:endParaRPr b="0" lang="en-US" sz="1100" spc="-1" strike="noStrike">
              <a:solidFill>
                <a:schemeClr val="dk1"/>
              </a:solidFill>
              <a:latin typeface="Zurich BT"/>
            </a:endParaRPr>
          </a:p>
          <a:p>
            <a:pPr indent="0" defTabSz="914400">
              <a:lnSpc>
                <a:spcPct val="100000"/>
              </a:lnSpc>
              <a:spcBef>
                <a:spcPts val="221"/>
              </a:spcBef>
              <a:buNone/>
              <a:tabLst>
                <a:tab algn="l" pos="0"/>
              </a:tabLst>
            </a:pPr>
            <a:endParaRPr b="0" lang="en-US" sz="1100" spc="-1" strike="noStrike">
              <a:solidFill>
                <a:schemeClr val="dk1"/>
              </a:solidFill>
              <a:latin typeface="Zurich BT"/>
            </a:endParaRPr>
          </a:p>
          <a:p>
            <a:pPr indent="0" defTabSz="914400">
              <a:lnSpc>
                <a:spcPct val="100000"/>
              </a:lnSpc>
              <a:spcBef>
                <a:spcPts val="221"/>
              </a:spcBef>
              <a:buNone/>
              <a:tabLst>
                <a:tab algn="l" pos="0"/>
              </a:tabLst>
            </a:pPr>
            <a:r>
              <a:rPr b="0" lang="en-IN" sz="1100" spc="-1" strike="noStrike">
                <a:solidFill>
                  <a:schemeClr val="accent3"/>
                </a:solidFill>
                <a:latin typeface="Mulish SemiBold"/>
              </a:rPr>
              <a:t>Merchant has to get a unique VPA from ICICI Bank.</a:t>
            </a:r>
            <a:endParaRPr b="0" lang="en-US" sz="1100" spc="-1" strike="noStrike">
              <a:solidFill>
                <a:schemeClr val="dk1"/>
              </a:solidFill>
              <a:latin typeface="Zurich BT"/>
            </a:endParaRPr>
          </a:p>
          <a:p>
            <a:pPr indent="0" defTabSz="914400">
              <a:lnSpc>
                <a:spcPct val="100000"/>
              </a:lnSpc>
              <a:spcBef>
                <a:spcPts val="221"/>
              </a:spcBef>
              <a:buNone/>
              <a:tabLst>
                <a:tab algn="l" pos="0"/>
              </a:tabLst>
            </a:pPr>
            <a:endParaRPr b="0" lang="en-US" sz="1100" spc="-1" strike="noStrike">
              <a:solidFill>
                <a:schemeClr val="dk1"/>
              </a:solidFill>
              <a:latin typeface="Zurich BT"/>
            </a:endParaRPr>
          </a:p>
          <a:p>
            <a:pPr indent="0" defTabSz="914400">
              <a:lnSpc>
                <a:spcPct val="100000"/>
              </a:lnSpc>
              <a:spcBef>
                <a:spcPts val="221"/>
              </a:spcBef>
              <a:buNone/>
              <a:tabLst>
                <a:tab algn="l" pos="0"/>
              </a:tabLst>
            </a:pPr>
            <a:r>
              <a:rPr b="0" lang="en-US" sz="1100" spc="-1" strike="noStrike">
                <a:solidFill>
                  <a:schemeClr val="accent3"/>
                </a:solidFill>
                <a:latin typeface="Mulish SemiBold"/>
              </a:rPr>
              <a:t>Benefits: </a:t>
            </a:r>
            <a:endParaRPr b="0" lang="en-US" sz="1100" spc="-1" strike="noStrike">
              <a:solidFill>
                <a:schemeClr val="dk1"/>
              </a:solidFill>
              <a:latin typeface="Zurich BT"/>
            </a:endParaRPr>
          </a:p>
          <a:p>
            <a:pPr indent="0" defTabSz="914400">
              <a:lnSpc>
                <a:spcPct val="100000"/>
              </a:lnSpc>
              <a:spcBef>
                <a:spcPts val="221"/>
              </a:spcBef>
              <a:buNone/>
              <a:tabLst>
                <a:tab algn="l" pos="0"/>
              </a:tabLst>
            </a:pPr>
            <a:endParaRPr b="0" lang="en-US" sz="1100" spc="-1" strike="noStrike">
              <a:solidFill>
                <a:schemeClr val="dk1"/>
              </a:solidFill>
              <a:latin typeface="Zurich BT"/>
            </a:endParaRPr>
          </a:p>
          <a:p>
            <a:pPr marL="342720" indent="-342720" defTabSz="914400">
              <a:lnSpc>
                <a:spcPct val="150000"/>
              </a:lnSpc>
              <a:spcBef>
                <a:spcPts val="221"/>
              </a:spcBef>
              <a:buClr>
                <a:srgbClr val="053c6d"/>
              </a:buClr>
              <a:buFont typeface="Arial"/>
              <a:buChar char="•"/>
              <a:tabLst>
                <a:tab algn="l" pos="0"/>
              </a:tabLst>
            </a:pPr>
            <a:r>
              <a:rPr b="0" lang="en-US" sz="1100" spc="-1" strike="noStrike">
                <a:solidFill>
                  <a:schemeClr val="accent3"/>
                </a:solidFill>
                <a:latin typeface="Mulish SemiBold"/>
              </a:rPr>
              <a:t>Easy &amp; low cost Integration of callback notifications from Bank</a:t>
            </a:r>
            <a:endParaRPr b="0" lang="en-US" sz="1100" spc="-1" strike="noStrike">
              <a:solidFill>
                <a:schemeClr val="dk1"/>
              </a:solidFill>
              <a:latin typeface="Zurich BT"/>
            </a:endParaRPr>
          </a:p>
          <a:p>
            <a:pPr marL="342720" indent="-342720" defTabSz="914400">
              <a:lnSpc>
                <a:spcPct val="150000"/>
              </a:lnSpc>
              <a:spcBef>
                <a:spcPts val="221"/>
              </a:spcBef>
              <a:buClr>
                <a:srgbClr val="053c6d"/>
              </a:buClr>
              <a:buFont typeface="Arial"/>
              <a:buChar char="•"/>
              <a:tabLst>
                <a:tab algn="l" pos="0"/>
              </a:tabLst>
            </a:pPr>
            <a:r>
              <a:rPr b="0" lang="en-US" sz="1100" spc="-1" strike="noStrike">
                <a:solidFill>
                  <a:schemeClr val="accent3"/>
                </a:solidFill>
                <a:latin typeface="Mulish SemiBold"/>
              </a:rPr>
              <a:t>MIS shared to the merchant on email.</a:t>
            </a:r>
            <a:endParaRPr b="0" lang="en-US" sz="1100" spc="-1" strike="noStrike">
              <a:solidFill>
                <a:schemeClr val="dk1"/>
              </a:solidFill>
              <a:latin typeface="Zurich BT"/>
            </a:endParaRPr>
          </a:p>
          <a:p>
            <a:pPr marL="342720" indent="-342720" defTabSz="914400">
              <a:lnSpc>
                <a:spcPct val="150000"/>
              </a:lnSpc>
              <a:spcBef>
                <a:spcPts val="221"/>
              </a:spcBef>
              <a:buClr>
                <a:srgbClr val="053c6d"/>
              </a:buClr>
              <a:buFont typeface="Arial"/>
              <a:buChar char="•"/>
              <a:tabLst>
                <a:tab algn="l" pos="0"/>
              </a:tabLst>
            </a:pPr>
            <a:r>
              <a:rPr b="0" lang="en-US" sz="1100" spc="-1" strike="noStrike">
                <a:solidFill>
                  <a:schemeClr val="accent3"/>
                </a:solidFill>
                <a:latin typeface="Mulish SemiBold"/>
              </a:rPr>
              <a:t>Merchant can publish multiple copies of static QR code to place in their Store(s). </a:t>
            </a:r>
            <a:endParaRPr b="0" lang="en-US" sz="1100" spc="-1" strike="noStrike">
              <a:solidFill>
                <a:schemeClr val="dk1"/>
              </a:solidFill>
              <a:latin typeface="Zurich BT"/>
            </a:endParaRPr>
          </a:p>
          <a:p>
            <a:pPr indent="0" defTabSz="914400">
              <a:lnSpc>
                <a:spcPct val="100000"/>
              </a:lnSpc>
              <a:spcBef>
                <a:spcPts val="221"/>
              </a:spcBef>
              <a:buNone/>
              <a:tabLst>
                <a:tab algn="l" pos="0"/>
              </a:tabLst>
            </a:pPr>
            <a:endParaRPr b="0" lang="en-US" sz="1100" spc="-1" strike="noStrike">
              <a:solidFill>
                <a:schemeClr val="dk1"/>
              </a:solidFill>
              <a:latin typeface="Zurich BT"/>
            </a:endParaRPr>
          </a:p>
          <a:p>
            <a:pPr indent="0" defTabSz="914400">
              <a:lnSpc>
                <a:spcPct val="100000"/>
              </a:lnSpc>
              <a:spcBef>
                <a:spcPts val="221"/>
              </a:spcBef>
              <a:buNone/>
              <a:tabLst>
                <a:tab algn="l" pos="0"/>
              </a:tabLst>
            </a:pPr>
            <a:r>
              <a:rPr b="0" lang="en-US" sz="1100" spc="-1" strike="noStrike">
                <a:solidFill>
                  <a:schemeClr val="accent3"/>
                </a:solidFill>
                <a:latin typeface="Mulish SemiBold"/>
              </a:rPr>
              <a:t>Static QR code can be generated online using following string - </a:t>
            </a:r>
            <a:endParaRPr b="0" lang="en-US" sz="1100" spc="-1" strike="noStrike">
              <a:solidFill>
                <a:schemeClr val="dk1"/>
              </a:solidFill>
              <a:latin typeface="Zurich BT"/>
            </a:endParaRPr>
          </a:p>
          <a:p>
            <a:pPr indent="0" defTabSz="914400">
              <a:lnSpc>
                <a:spcPct val="100000"/>
              </a:lnSpc>
              <a:spcBef>
                <a:spcPts val="221"/>
              </a:spcBef>
              <a:buNone/>
              <a:tabLst>
                <a:tab algn="l" pos="0"/>
              </a:tabLst>
            </a:pPr>
            <a:endParaRPr b="0" lang="en-US" sz="1100" spc="-1" strike="noStrike">
              <a:solidFill>
                <a:schemeClr val="dk1"/>
              </a:solidFill>
              <a:latin typeface="Zurich BT"/>
            </a:endParaRPr>
          </a:p>
          <a:p>
            <a:pPr indent="0" defTabSz="914400">
              <a:lnSpc>
                <a:spcPct val="100000"/>
              </a:lnSpc>
              <a:spcBef>
                <a:spcPts val="221"/>
              </a:spcBef>
              <a:buNone/>
              <a:tabLst>
                <a:tab algn="l" pos="0"/>
              </a:tabLst>
            </a:pPr>
            <a:r>
              <a:rPr b="0" lang="en-US" sz="1100" spc="-1" strike="noStrike">
                <a:solidFill>
                  <a:schemeClr val="accent3"/>
                </a:solidFill>
                <a:latin typeface="Zurich BT"/>
              </a:rPr>
              <a:t>upi://pay?pa=&lt;merchant VPA&gt;&amp;pn=&lt;merchant name&gt;&amp;tr=&lt;Refid&gt;&amp;am=&lt;amount&gt;&amp;cu=INR&amp;mc=&lt;MCC code&gt;</a:t>
            </a:r>
            <a:endParaRPr b="0" lang="en-US" sz="1100" spc="-1" strike="noStrike">
              <a:solidFill>
                <a:schemeClr val="dk1"/>
              </a:solidFill>
              <a:latin typeface="Zurich BT"/>
            </a:endParaRPr>
          </a:p>
          <a:p>
            <a:pPr indent="0" defTabSz="914400">
              <a:lnSpc>
                <a:spcPct val="100000"/>
              </a:lnSpc>
              <a:spcBef>
                <a:spcPts val="221"/>
              </a:spcBef>
              <a:buNone/>
              <a:tabLst>
                <a:tab algn="l" pos="0"/>
              </a:tabLst>
            </a:pPr>
            <a:r>
              <a:rPr b="0" lang="en-IN" sz="1100" spc="-1" strike="noStrike">
                <a:solidFill>
                  <a:schemeClr val="accent3"/>
                </a:solidFill>
                <a:latin typeface="Zurich BT"/>
              </a:rPr>
              <a:t>i.e. </a:t>
            </a:r>
            <a:endParaRPr b="0" lang="en-US" sz="1100" spc="-1" strike="noStrike">
              <a:solidFill>
                <a:schemeClr val="dk1"/>
              </a:solidFill>
              <a:latin typeface="Zurich BT"/>
            </a:endParaRPr>
          </a:p>
          <a:p>
            <a:pPr indent="0" defTabSz="914400">
              <a:lnSpc>
                <a:spcPct val="100000"/>
              </a:lnSpc>
              <a:spcBef>
                <a:spcPts val="221"/>
              </a:spcBef>
              <a:buNone/>
              <a:tabLst>
                <a:tab algn="l" pos="0"/>
              </a:tabLst>
            </a:pPr>
            <a:r>
              <a:rPr b="0" lang="en-IN" sz="1100" spc="-1" strike="noStrike">
                <a:solidFill>
                  <a:schemeClr val="accent3"/>
                </a:solidFill>
                <a:latin typeface="Zurich BT"/>
              </a:rPr>
              <a:t>upi://pay?pa=</a:t>
            </a:r>
            <a:r>
              <a:rPr b="1" lang="en-IN" sz="1100" spc="-1" strike="noStrike">
                <a:solidFill>
                  <a:schemeClr val="accent3"/>
                </a:solidFill>
                <a:latin typeface="Zurich BT"/>
              </a:rPr>
              <a:t>ambani108@icici</a:t>
            </a:r>
            <a:r>
              <a:rPr b="0" lang="en-IN" sz="1100" spc="-1" strike="noStrike">
                <a:solidFill>
                  <a:schemeClr val="accent3"/>
                </a:solidFill>
                <a:latin typeface="Zurich BT"/>
              </a:rPr>
              <a:t>&amp;pn=</a:t>
            </a:r>
            <a:r>
              <a:rPr b="1" lang="en-IN" sz="1100" spc="-1" strike="noStrike">
                <a:solidFill>
                  <a:schemeClr val="accent3"/>
                </a:solidFill>
                <a:latin typeface="Zurich BT"/>
              </a:rPr>
              <a:t>adanipvtltd</a:t>
            </a:r>
            <a:r>
              <a:rPr b="0" lang="en-IN" sz="1100" spc="-1" strike="noStrike">
                <a:solidFill>
                  <a:schemeClr val="accent3"/>
                </a:solidFill>
                <a:latin typeface="Zurich BT"/>
              </a:rPr>
              <a:t>&amp;tr=</a:t>
            </a:r>
            <a:r>
              <a:rPr b="1" lang="en-IN" sz="1100" spc="-1" strike="noStrike">
                <a:solidFill>
                  <a:schemeClr val="accent3"/>
                </a:solidFill>
                <a:latin typeface="Zurich BT"/>
              </a:rPr>
              <a:t>MNOreg123</a:t>
            </a:r>
            <a:r>
              <a:rPr b="0" lang="en-IN" sz="1100" spc="-1" strike="noStrike">
                <a:solidFill>
                  <a:schemeClr val="accent3"/>
                </a:solidFill>
                <a:latin typeface="Zurich BT"/>
              </a:rPr>
              <a:t>&amp;am=&amp;cu=</a:t>
            </a:r>
            <a:r>
              <a:rPr b="1" lang="en-IN" sz="1100" spc="-1" strike="noStrike">
                <a:solidFill>
                  <a:schemeClr val="accent3"/>
                </a:solidFill>
                <a:latin typeface="Zurich BT"/>
              </a:rPr>
              <a:t>INR</a:t>
            </a:r>
            <a:r>
              <a:rPr b="0" lang="en-IN" sz="1100" spc="-1" strike="noStrike">
                <a:solidFill>
                  <a:schemeClr val="accent3"/>
                </a:solidFill>
                <a:latin typeface="Zurich BT"/>
              </a:rPr>
              <a:t>&amp;mc=</a:t>
            </a:r>
            <a:r>
              <a:rPr b="1" lang="en-IN" sz="1100" spc="-1" strike="noStrike">
                <a:solidFill>
                  <a:schemeClr val="accent3"/>
                </a:solidFill>
                <a:latin typeface="Zurich BT"/>
              </a:rPr>
              <a:t>5411</a:t>
            </a:r>
            <a:endParaRPr b="0" lang="en-US" sz="1100" spc="-1" strike="noStrike">
              <a:solidFill>
                <a:schemeClr val="dk1"/>
              </a:solidFill>
              <a:latin typeface="Zurich BT"/>
            </a:endParaRPr>
          </a:p>
          <a:p>
            <a:pPr indent="0" defTabSz="914400">
              <a:lnSpc>
                <a:spcPct val="100000"/>
              </a:lnSpc>
              <a:spcBef>
                <a:spcPts val="479"/>
              </a:spcBef>
              <a:buNone/>
              <a:tabLst>
                <a:tab algn="l" pos="0"/>
              </a:tabLst>
            </a:pPr>
            <a:endParaRPr b="0" lang="en-US" sz="2400" spc="-1" strike="noStrike">
              <a:solidFill>
                <a:schemeClr val="dk1"/>
              </a:solidFill>
              <a:latin typeface="Zurich BT"/>
            </a:endParaRPr>
          </a:p>
          <a:p>
            <a:pPr indent="0" defTabSz="914400">
              <a:lnSpc>
                <a:spcPct val="100000"/>
              </a:lnSpc>
              <a:spcBef>
                <a:spcPts val="221"/>
              </a:spcBef>
              <a:buNone/>
              <a:tabLst>
                <a:tab algn="l" pos="0"/>
              </a:tabLst>
            </a:pPr>
            <a:endParaRPr b="0" lang="en-US" sz="1100" spc="-1" strike="noStrike">
              <a:solidFill>
                <a:schemeClr val="dk1"/>
              </a:solidFill>
              <a:latin typeface="Zurich BT"/>
            </a:endParaRPr>
          </a:p>
        </p:txBody>
      </p:sp>
    </p:spTree>
  </p:cSld>
  <mc:AlternateContent>
    <mc:Choice Requires="p14">
      <p:transition spd="slow" p14:dur="2000"/>
    </mc:Choice>
    <mc:Fallback>
      <p:transition spd="slow"/>
    </mc:Fallback>
  </mc:AlternateContent>
  <p:timing>
    <p:tnLst>
      <p:par>
        <p:cTn id="1" dur="indefinite" restart="never" nodeType="tmRoot">
          <p:childTnLst>
            <p:seq>
              <p:cTn id="2" restart="whenNotActive" nodeType="interactiveSeq" fill="hold">
                <p:stCondLst>
                  <p:cond delay="0" evt="onClick">
                    <p:tgtEl>
                      <p:spTgt spid="120"/>
                    </p:tgtEl>
                  </p:cond>
                </p:stCondLst>
                <p:childTnLst>
                  <p:par>
                    <p:cTn id="3" fill="hold">
                      <p:stCondLst>
                        <p:cond delay="0" evt="onClick">
                          <p:tgtEl>
                            <p:spTgt spid="120"/>
                          </p:tgtEl>
                        </p:cond>
                      </p:stCondLst>
                      <p:childTnLst>
                        <p:par>
                          <p:cTn id="4" fill="hold">
                            <p:stCondLst>
                              <p:cond delay="0"/>
                            </p:stCondLst>
                            <p:childTnLst>
                              <p:par>
                                <p:cTn id="5" nodeType="clickEffect" fill="hold" presetClass="mediacall">
                                  <p:stCondLst>
                                    <p:cond delay="0"/>
                                  </p:stCondLst>
                                  <p:childTnLst>
                                    <p:cmd type="call" cmd="togglePause">
                                      <p:cBhvr>
                                        <p:cTn id="6" dur="1" fill="hold"/>
                                        <p:tgtEl>
                                          <p:spTgt spid="120"/>
                                        </p:tgtEl>
                                      </p:cBhvr>
                                    </p:cmd>
                                  </p:childTnLst>
                                </p:cTn>
                              </p:par>
                            </p:childTnLst>
                          </p:cTn>
                        </p:par>
                      </p:childTnLst>
                    </p:cTn>
                  </p:par>
                </p:childTnLst>
              </p:cTn>
              <p:prevCondLst>
                <p:cond evt="onPrev">
                  <p:tgtEl>
                    <p:sldTgt/>
                  </p:tgtEl>
                </p:cond>
              </p:prevCondLst>
              <p:nextCondLst>
                <p:cond evt="onNext">
                  <p:tgtEl>
                    <p:sldTgt/>
                  </p:tgtEl>
                </p:cond>
              </p:nextCondLst>
            </p:seq>
            <p:video>
              <p:cMediaNode>
                <p:cTn>
                  <p:stCondLst>
                    <p:cond delay="indefinite"/>
                  </p:stCondLst>
                </p:cTn>
                <p:tgtEl>
                  <p:spTgt spid="120"/>
                </p:tgtEl>
              </p:cMediaNode>
            </p:video>
          </p:childTnLst>
        </p:cTn>
      </p:par>
    </p:tnLst>
  </p:timing>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22" name="PlaceHolder 1"/>
          <p:cNvSpPr>
            <a:spLocks noGrp="1"/>
          </p:cNvSpPr>
          <p:nvPr>
            <p:ph/>
          </p:nvPr>
        </p:nvSpPr>
        <p:spPr>
          <a:xfrm>
            <a:off x="125280" y="216000"/>
            <a:ext cx="11683800" cy="493200"/>
          </a:xfrm>
          <a:prstGeom prst="rect">
            <a:avLst/>
          </a:prstGeom>
          <a:noFill/>
          <a:ln w="0">
            <a:noFill/>
          </a:ln>
        </p:spPr>
        <p:txBody>
          <a:bodyPr lIns="91440" rIns="91440" tIns="45720" bIns="45720" anchor="t">
            <a:noAutofit/>
          </a:bodyPr>
          <a:p>
            <a:pPr indent="0" defTabSz="914400">
              <a:lnSpc>
                <a:spcPct val="100000"/>
              </a:lnSpc>
              <a:spcBef>
                <a:spcPts val="479"/>
              </a:spcBef>
              <a:buNone/>
              <a:tabLst>
                <a:tab algn="l" pos="0"/>
              </a:tabLst>
            </a:pPr>
            <a:r>
              <a:rPr b="1" lang="en-US" sz="2400" spc="-1" strike="noStrike">
                <a:solidFill>
                  <a:srgbClr val="97281d"/>
                </a:solidFill>
                <a:latin typeface="Mulish"/>
              </a:rPr>
              <a:t>UPI Collection – General Flow (QR/Intent)</a:t>
            </a:r>
            <a:endParaRPr b="0" lang="en-US" sz="2400" spc="-1" strike="noStrike">
              <a:solidFill>
                <a:schemeClr val="dk1"/>
              </a:solidFill>
              <a:latin typeface="Zurich BT"/>
            </a:endParaRPr>
          </a:p>
        </p:txBody>
      </p:sp>
      <p:sp>
        <p:nvSpPr>
          <p:cNvPr id="123" name="PlaceHolder 2"/>
          <p:cNvSpPr>
            <a:spLocks noGrp="1"/>
          </p:cNvSpPr>
          <p:nvPr>
            <p:ph type="sldNum" idx="32"/>
          </p:nvPr>
        </p:nvSpPr>
        <p:spPr>
          <a:xfrm>
            <a:off x="11275920" y="6415560"/>
            <a:ext cx="609120" cy="365760"/>
          </a:xfrm>
          <a:prstGeom prst="rect">
            <a:avLst/>
          </a:prstGeom>
          <a:noFill/>
          <a:ln w="0">
            <a:noFill/>
          </a:ln>
        </p:spPr>
        <p:txBody>
          <a:bodyPr lIns="91440" rIns="91440" tIns="45720" bIns="45720" anchor="ctr">
            <a:noAutofit/>
          </a:bodyPr>
          <a:lstStyle>
            <a:lvl1pPr indent="0" algn="r" defTabSz="914400">
              <a:lnSpc>
                <a:spcPct val="100000"/>
              </a:lnSpc>
              <a:buNone/>
              <a:defRPr b="0" lang="en-US" sz="1200" spc="-1" strike="noStrike">
                <a:solidFill>
                  <a:srgbClr val="1f497d"/>
                </a:solidFill>
                <a:latin typeface="Zurich Lt BT"/>
              </a:defRPr>
            </a:lvl1pPr>
          </a:lstStyle>
          <a:p>
            <a:pPr indent="0" algn="r" defTabSz="914400">
              <a:lnSpc>
                <a:spcPct val="100000"/>
              </a:lnSpc>
              <a:buNone/>
            </a:pPr>
            <a:fld id="{EC2A6D6D-CCB0-42D7-9E42-53FEC0DE99B1}" type="slidenum">
              <a:rPr b="0" lang="en-US" sz="1200" spc="-1" strike="noStrike">
                <a:solidFill>
                  <a:srgbClr val="1f497d"/>
                </a:solidFill>
                <a:latin typeface="Zurich Lt BT"/>
              </a:rPr>
              <a:t>&lt;number&gt;</a:t>
            </a:fld>
            <a:endParaRPr b="0" lang="en-IN" sz="1200" spc="-1" strike="noStrike">
              <a:solidFill>
                <a:srgbClr val="000000"/>
              </a:solidFill>
              <a:latin typeface="Times New Roman"/>
            </a:endParaRPr>
          </a:p>
        </p:txBody>
      </p:sp>
      <p:sp>
        <p:nvSpPr>
          <p:cNvPr id="124" name="Rounded Rectangle 8"/>
          <p:cNvSpPr/>
          <p:nvPr/>
        </p:nvSpPr>
        <p:spPr>
          <a:xfrm>
            <a:off x="4203000" y="1186560"/>
            <a:ext cx="914040" cy="3504960"/>
          </a:xfrm>
          <a:prstGeom prst="roundRect">
            <a:avLst>
              <a:gd name="adj" fmla="val 16667"/>
            </a:avLst>
          </a:prstGeom>
          <a:gradFill rotWithShape="0">
            <a:gsLst>
              <a:gs pos="0">
                <a:srgbClr val="7e1309"/>
              </a:gs>
              <a:gs pos="80000">
                <a:srgbClr val="a4180b"/>
              </a:gs>
              <a:gs pos="100000">
                <a:srgbClr val="a61609"/>
              </a:gs>
            </a:gsLst>
            <a:lin ang="16200000"/>
          </a:gradFill>
          <a:ln w="0">
            <a:noFill/>
          </a:ln>
          <a:effectLst>
            <a:outerShdw algn="bl" blurRad="50760" dir="18900000" dist="37674" rotWithShape="0">
              <a:srgbClr val="000000">
                <a:alpha val="40000"/>
              </a:srgbClr>
            </a:outerShdw>
          </a:effectLst>
        </p:spPr>
        <p:style>
          <a:lnRef idx="0">
            <a:schemeClr val="accent2"/>
          </a:lnRef>
          <a:fillRef idx="3">
            <a:schemeClr val="accent2"/>
          </a:fillRef>
          <a:effectRef idx="3">
            <a:schemeClr val="accent2"/>
          </a:effectRef>
          <a:fontRef idx="minor"/>
        </p:style>
        <p:txBody>
          <a:bodyPr lIns="90000" rIns="90000" tIns="45000" bIns="45000" anchor="ctr">
            <a:noAutofit/>
          </a:bodyPr>
          <a:p>
            <a:pPr algn="ctr" defTabSz="914400">
              <a:lnSpc>
                <a:spcPct val="100000"/>
              </a:lnSpc>
            </a:pPr>
            <a:r>
              <a:rPr b="1" lang="en-US" sz="1600" spc="-1" strike="noStrike">
                <a:solidFill>
                  <a:schemeClr val="lt1"/>
                </a:solidFill>
                <a:latin typeface="Mulish"/>
              </a:rPr>
              <a:t>Client Server</a:t>
            </a:r>
            <a:endParaRPr b="0" lang="en-IN" sz="1600" spc="-1" strike="noStrike">
              <a:solidFill>
                <a:srgbClr val="000000"/>
              </a:solidFill>
              <a:latin typeface="Arial"/>
            </a:endParaRPr>
          </a:p>
        </p:txBody>
      </p:sp>
      <p:pic>
        <p:nvPicPr>
          <p:cNvPr id="125" name="Picture 7" descr="cid:image004.jpg@01D5B031.AEE75560"/>
          <p:cNvPicPr/>
          <p:nvPr/>
        </p:nvPicPr>
        <p:blipFill>
          <a:blip r:embed="rId1"/>
          <a:srcRect l="0" t="21970" r="87058" b="32459"/>
          <a:stretch/>
        </p:blipFill>
        <p:spPr>
          <a:xfrm>
            <a:off x="684720" y="1612440"/>
            <a:ext cx="939600" cy="719640"/>
          </a:xfrm>
          <a:prstGeom prst="rect">
            <a:avLst/>
          </a:prstGeom>
          <a:ln w="0">
            <a:noFill/>
          </a:ln>
        </p:spPr>
      </p:pic>
      <p:sp>
        <p:nvSpPr>
          <p:cNvPr id="126" name="Rounded Rectangle 12"/>
          <p:cNvSpPr/>
          <p:nvPr/>
        </p:nvSpPr>
        <p:spPr>
          <a:xfrm>
            <a:off x="10209240" y="1143000"/>
            <a:ext cx="914040" cy="3504960"/>
          </a:xfrm>
          <a:prstGeom prst="roundRect">
            <a:avLst>
              <a:gd name="adj" fmla="val 16667"/>
            </a:avLst>
          </a:prstGeom>
          <a:gradFill rotWithShape="0">
            <a:gsLst>
              <a:gs pos="0">
                <a:srgbClr val="bd5800"/>
              </a:gs>
              <a:gs pos="80000">
                <a:srgbClr val="f57300"/>
              </a:gs>
              <a:gs pos="100000">
                <a:srgbClr val="f67200"/>
              </a:gs>
            </a:gsLst>
            <a:lin ang="16200000"/>
          </a:gradFill>
          <a:ln w="0">
            <a:noFill/>
          </a:ln>
          <a:effectLst>
            <a:outerShdw algn="bl" blurRad="50760" dir="18900000" dist="37674" rotWithShape="0">
              <a:srgbClr val="000000">
                <a:alpha val="40000"/>
              </a:srgbClr>
            </a:outerShdw>
          </a:effectLst>
        </p:spPr>
        <p:style>
          <a:lnRef idx="0">
            <a:schemeClr val="accent1"/>
          </a:lnRef>
          <a:fillRef idx="3">
            <a:schemeClr val="accent1"/>
          </a:fillRef>
          <a:effectRef idx="3">
            <a:schemeClr val="accent1"/>
          </a:effectRef>
          <a:fontRef idx="minor"/>
        </p:style>
        <p:txBody>
          <a:bodyPr lIns="90000" rIns="90000" tIns="45000" bIns="45000" anchor="ctr">
            <a:noAutofit/>
          </a:bodyPr>
          <a:p>
            <a:pPr algn="ctr" defTabSz="914400">
              <a:lnSpc>
                <a:spcPct val="100000"/>
              </a:lnSpc>
            </a:pPr>
            <a:r>
              <a:rPr b="1" lang="en-US" sz="1600" spc="-1" strike="noStrike">
                <a:solidFill>
                  <a:schemeClr val="lt1"/>
                </a:solidFill>
                <a:latin typeface="Mulish"/>
              </a:rPr>
              <a:t>ICICI Banks Server</a:t>
            </a:r>
            <a:endParaRPr b="0" lang="en-IN" sz="1600" spc="-1" strike="noStrike">
              <a:solidFill>
                <a:srgbClr val="000000"/>
              </a:solidFill>
              <a:latin typeface="Arial"/>
            </a:endParaRPr>
          </a:p>
        </p:txBody>
      </p:sp>
      <p:sp>
        <p:nvSpPr>
          <p:cNvPr id="127" name="Right Arrow 13"/>
          <p:cNvSpPr/>
          <p:nvPr/>
        </p:nvSpPr>
        <p:spPr>
          <a:xfrm>
            <a:off x="5117400" y="1387440"/>
            <a:ext cx="1904760" cy="380520"/>
          </a:xfrm>
          <a:prstGeom prst="rightArrow">
            <a:avLst>
              <a:gd name="adj1" fmla="val 50000"/>
              <a:gd name="adj2" fmla="val 50000"/>
            </a:avLst>
          </a:prstGeom>
          <a:gradFill rotWithShape="0">
            <a:gsLst>
              <a:gs pos="0">
                <a:srgbClr val="bd5800"/>
              </a:gs>
              <a:gs pos="80000">
                <a:srgbClr val="f57300"/>
              </a:gs>
              <a:gs pos="100000">
                <a:srgbClr val="f67200"/>
              </a:gs>
            </a:gsLst>
            <a:lin ang="16200000"/>
          </a:gradFill>
          <a:ln w="0">
            <a:noFill/>
          </a:ln>
          <a:effectLst>
            <a:outerShdw blurRad="39960" dir="5400000" dist="23040" rotWithShape="0">
              <a:srgbClr val="000000">
                <a:alpha val="35000"/>
              </a:srgbClr>
            </a:outerShdw>
          </a:effectLst>
        </p:spPr>
        <p:style>
          <a:lnRef idx="0">
            <a:schemeClr val="accent1"/>
          </a:lnRef>
          <a:fillRef idx="3">
            <a:schemeClr val="accent1"/>
          </a:fillRef>
          <a:effectRef idx="3">
            <a:schemeClr val="accent1"/>
          </a:effectRef>
          <a:fontRef idx="minor"/>
        </p:style>
        <p:txBody>
          <a:bodyPr lIns="90000" rIns="90000" tIns="45000" bIns="45000" anchor="ctr">
            <a:noAutofit/>
          </a:bodyPr>
          <a:p>
            <a:pPr algn="ctr" defTabSz="914400">
              <a:lnSpc>
                <a:spcPct val="100000"/>
              </a:lnSpc>
            </a:pPr>
            <a:r>
              <a:rPr b="1" lang="en-US" sz="1600" spc="-1" strike="noStrike">
                <a:solidFill>
                  <a:schemeClr val="lt1"/>
                </a:solidFill>
                <a:latin typeface="Mulish"/>
              </a:rPr>
              <a:t>Request</a:t>
            </a:r>
            <a:endParaRPr b="0" lang="en-IN" sz="1600" spc="-1" strike="noStrike">
              <a:solidFill>
                <a:srgbClr val="000000"/>
              </a:solidFill>
              <a:latin typeface="Arial"/>
            </a:endParaRPr>
          </a:p>
        </p:txBody>
      </p:sp>
      <p:sp>
        <p:nvSpPr>
          <p:cNvPr id="128" name="TextBox 14"/>
          <p:cNvSpPr/>
          <p:nvPr/>
        </p:nvSpPr>
        <p:spPr>
          <a:xfrm>
            <a:off x="5433840" y="1186560"/>
            <a:ext cx="1752120" cy="303120"/>
          </a:xfrm>
          <a:prstGeom prst="rect">
            <a:avLst/>
          </a:prstGeom>
          <a:noFill/>
          <a:ln w="0">
            <a:noFill/>
          </a:ln>
        </p:spPr>
        <p:style>
          <a:lnRef idx="0"/>
          <a:fillRef idx="0"/>
          <a:effectRef idx="0"/>
          <a:fontRef idx="minor"/>
        </p:style>
        <p:txBody>
          <a:bodyPr lIns="90000" rIns="90000" tIns="45000" bIns="45000" anchor="t">
            <a:spAutoFit/>
          </a:bodyPr>
          <a:p>
            <a:pPr defTabSz="914400">
              <a:lnSpc>
                <a:spcPct val="100000"/>
              </a:lnSpc>
            </a:pPr>
            <a:r>
              <a:rPr b="1" lang="en-US" sz="1400" spc="-1" strike="noStrike" u="sng">
                <a:solidFill>
                  <a:schemeClr val="dk1"/>
                </a:solidFill>
                <a:uFillTx/>
                <a:latin typeface="Mulish"/>
              </a:rPr>
              <a:t>Encrypted</a:t>
            </a:r>
            <a:endParaRPr b="0" lang="en-IN" sz="1400" spc="-1" strike="noStrike">
              <a:solidFill>
                <a:srgbClr val="000000"/>
              </a:solidFill>
              <a:latin typeface="Arial"/>
            </a:endParaRPr>
          </a:p>
        </p:txBody>
      </p:sp>
      <p:sp>
        <p:nvSpPr>
          <p:cNvPr id="129" name="Left Arrow 18"/>
          <p:cNvSpPr/>
          <p:nvPr/>
        </p:nvSpPr>
        <p:spPr>
          <a:xfrm>
            <a:off x="8068680" y="2647800"/>
            <a:ext cx="2098080" cy="434880"/>
          </a:xfrm>
          <a:prstGeom prst="leftArrow">
            <a:avLst>
              <a:gd name="adj1" fmla="val 50000"/>
              <a:gd name="adj2" fmla="val 50000"/>
            </a:avLst>
          </a:prstGeom>
          <a:gradFill rotWithShape="0">
            <a:gsLst>
              <a:gs pos="0">
                <a:srgbClr val="bd5800"/>
              </a:gs>
              <a:gs pos="80000">
                <a:srgbClr val="f57300"/>
              </a:gs>
              <a:gs pos="100000">
                <a:srgbClr val="f67200"/>
              </a:gs>
            </a:gsLst>
            <a:lin ang="16200000"/>
          </a:gradFill>
          <a:ln w="0">
            <a:noFill/>
          </a:ln>
          <a:effectLst>
            <a:outerShdw blurRad="39960" dir="5400000" dist="23040" rotWithShape="0">
              <a:srgbClr val="000000">
                <a:alpha val="35000"/>
              </a:srgbClr>
            </a:outerShdw>
          </a:effectLst>
        </p:spPr>
        <p:style>
          <a:lnRef idx="0">
            <a:schemeClr val="accent1"/>
          </a:lnRef>
          <a:fillRef idx="3">
            <a:schemeClr val="accent1"/>
          </a:fillRef>
          <a:effectRef idx="3">
            <a:schemeClr val="accent1"/>
          </a:effectRef>
          <a:fontRef idx="minor"/>
        </p:style>
        <p:txBody>
          <a:bodyPr lIns="90000" rIns="90000" tIns="45000" bIns="45000" anchor="ctr">
            <a:noAutofit/>
          </a:bodyPr>
          <a:p>
            <a:pPr algn="ctr" defTabSz="914400">
              <a:lnSpc>
                <a:spcPct val="100000"/>
              </a:lnSpc>
            </a:pPr>
            <a:r>
              <a:rPr b="1" lang="en-US" sz="1600" spc="-1" strike="noStrike">
                <a:solidFill>
                  <a:schemeClr val="lt1"/>
                </a:solidFill>
                <a:latin typeface="Mulish"/>
              </a:rPr>
              <a:t>Response</a:t>
            </a:r>
            <a:endParaRPr b="0" lang="en-IN" sz="1600" spc="-1" strike="noStrike">
              <a:solidFill>
                <a:srgbClr val="000000"/>
              </a:solidFill>
              <a:latin typeface="Arial"/>
            </a:endParaRPr>
          </a:p>
        </p:txBody>
      </p:sp>
      <p:sp>
        <p:nvSpPr>
          <p:cNvPr id="130" name="TextBox 19"/>
          <p:cNvSpPr/>
          <p:nvPr/>
        </p:nvSpPr>
        <p:spPr>
          <a:xfrm>
            <a:off x="9090360" y="2438280"/>
            <a:ext cx="1752120" cy="303120"/>
          </a:xfrm>
          <a:prstGeom prst="rect">
            <a:avLst/>
          </a:prstGeom>
          <a:noFill/>
          <a:ln w="0">
            <a:noFill/>
          </a:ln>
        </p:spPr>
        <p:style>
          <a:lnRef idx="0"/>
          <a:fillRef idx="0"/>
          <a:effectRef idx="0"/>
          <a:fontRef idx="minor"/>
        </p:style>
        <p:txBody>
          <a:bodyPr lIns="90000" rIns="90000" tIns="45000" bIns="45000" anchor="t">
            <a:spAutoFit/>
          </a:bodyPr>
          <a:p>
            <a:pPr defTabSz="914400">
              <a:lnSpc>
                <a:spcPct val="100000"/>
              </a:lnSpc>
            </a:pPr>
            <a:r>
              <a:rPr b="1" lang="en-US" sz="1400" spc="-1" strike="noStrike" u="sng">
                <a:solidFill>
                  <a:schemeClr val="dk1"/>
                </a:solidFill>
                <a:uFillTx/>
                <a:latin typeface="Mulish"/>
              </a:rPr>
              <a:t>Encrypted</a:t>
            </a:r>
            <a:endParaRPr b="0" lang="en-IN" sz="1400" spc="-1" strike="noStrike">
              <a:solidFill>
                <a:srgbClr val="000000"/>
              </a:solidFill>
              <a:latin typeface="Arial"/>
            </a:endParaRPr>
          </a:p>
        </p:txBody>
      </p:sp>
      <p:sp>
        <p:nvSpPr>
          <p:cNvPr id="131" name="Left Arrow 21"/>
          <p:cNvSpPr/>
          <p:nvPr/>
        </p:nvSpPr>
        <p:spPr>
          <a:xfrm>
            <a:off x="2021040" y="2643840"/>
            <a:ext cx="2088720" cy="434880"/>
          </a:xfrm>
          <a:prstGeom prst="leftArrow">
            <a:avLst>
              <a:gd name="adj1" fmla="val 50000"/>
              <a:gd name="adj2" fmla="val 50000"/>
            </a:avLst>
          </a:prstGeom>
          <a:gradFill rotWithShape="0">
            <a:gsLst>
              <a:gs pos="0">
                <a:srgbClr val="bd5800"/>
              </a:gs>
              <a:gs pos="80000">
                <a:srgbClr val="f57300"/>
              </a:gs>
              <a:gs pos="100000">
                <a:srgbClr val="f67200"/>
              </a:gs>
            </a:gsLst>
            <a:lin ang="16200000"/>
          </a:gradFill>
          <a:ln w="0">
            <a:noFill/>
          </a:ln>
          <a:effectLst>
            <a:outerShdw blurRad="39960" dir="5400000" dist="23040" rotWithShape="0">
              <a:srgbClr val="000000">
                <a:alpha val="35000"/>
              </a:srgbClr>
            </a:outerShdw>
          </a:effectLst>
        </p:spPr>
        <p:style>
          <a:lnRef idx="0">
            <a:schemeClr val="accent1"/>
          </a:lnRef>
          <a:fillRef idx="3">
            <a:schemeClr val="accent1"/>
          </a:fillRef>
          <a:effectRef idx="3">
            <a:schemeClr val="accent1"/>
          </a:effectRef>
          <a:fontRef idx="minor"/>
        </p:style>
        <p:txBody>
          <a:bodyPr lIns="90000" rIns="90000" tIns="45000" bIns="45000" anchor="ctr">
            <a:noAutofit/>
          </a:bodyPr>
          <a:p>
            <a:pPr algn="ctr" defTabSz="914400">
              <a:lnSpc>
                <a:spcPct val="100000"/>
              </a:lnSpc>
            </a:pPr>
            <a:r>
              <a:rPr b="1" lang="en-US" sz="1600" spc="-1" strike="noStrike">
                <a:solidFill>
                  <a:schemeClr val="lt1"/>
                </a:solidFill>
                <a:latin typeface="Mulish"/>
              </a:rPr>
              <a:t>Response</a:t>
            </a:r>
            <a:endParaRPr b="0" lang="en-IN" sz="1600" spc="-1" strike="noStrike">
              <a:solidFill>
                <a:srgbClr val="000000"/>
              </a:solidFill>
              <a:latin typeface="Arial"/>
            </a:endParaRPr>
          </a:p>
        </p:txBody>
      </p:sp>
      <p:sp>
        <p:nvSpPr>
          <p:cNvPr id="132" name="TextBox 22"/>
          <p:cNvSpPr/>
          <p:nvPr/>
        </p:nvSpPr>
        <p:spPr>
          <a:xfrm>
            <a:off x="2343240" y="2451960"/>
            <a:ext cx="1752120" cy="303120"/>
          </a:xfrm>
          <a:prstGeom prst="rect">
            <a:avLst/>
          </a:prstGeom>
          <a:noFill/>
          <a:ln w="0">
            <a:noFill/>
          </a:ln>
        </p:spPr>
        <p:style>
          <a:lnRef idx="0"/>
          <a:fillRef idx="0"/>
          <a:effectRef idx="0"/>
          <a:fontRef idx="minor"/>
        </p:style>
        <p:txBody>
          <a:bodyPr lIns="90000" rIns="90000" tIns="45000" bIns="45000" anchor="t">
            <a:spAutoFit/>
          </a:bodyPr>
          <a:p>
            <a:pPr defTabSz="914400">
              <a:lnSpc>
                <a:spcPct val="100000"/>
              </a:lnSpc>
            </a:pPr>
            <a:r>
              <a:rPr b="1" lang="en-US" sz="1400" spc="-1" strike="noStrike" u="sng">
                <a:solidFill>
                  <a:schemeClr val="dk1"/>
                </a:solidFill>
                <a:uFillTx/>
                <a:latin typeface="Mulish"/>
              </a:rPr>
              <a:t>Decrypted</a:t>
            </a:r>
            <a:endParaRPr b="0" lang="en-IN" sz="1400" spc="-1" strike="noStrike">
              <a:solidFill>
                <a:srgbClr val="000000"/>
              </a:solidFill>
              <a:latin typeface="Arial"/>
            </a:endParaRPr>
          </a:p>
        </p:txBody>
      </p:sp>
      <p:sp>
        <p:nvSpPr>
          <p:cNvPr id="133" name="TextBox 24"/>
          <p:cNvSpPr/>
          <p:nvPr/>
        </p:nvSpPr>
        <p:spPr>
          <a:xfrm>
            <a:off x="425880" y="1459080"/>
            <a:ext cx="1794600" cy="303120"/>
          </a:xfrm>
          <a:prstGeom prst="rect">
            <a:avLst/>
          </a:prstGeom>
          <a:noFill/>
          <a:ln w="0">
            <a:noFill/>
          </a:ln>
        </p:spPr>
        <p:style>
          <a:lnRef idx="0"/>
          <a:fillRef idx="0"/>
          <a:effectRef idx="0"/>
          <a:fontRef idx="minor"/>
        </p:style>
        <p:txBody>
          <a:bodyPr lIns="90000" rIns="90000" tIns="45000" bIns="45000" anchor="t">
            <a:spAutoFit/>
          </a:bodyPr>
          <a:p>
            <a:pPr defTabSz="914400">
              <a:lnSpc>
                <a:spcPct val="100000"/>
              </a:lnSpc>
            </a:pPr>
            <a:r>
              <a:rPr b="1" lang="en-US" sz="1400" spc="-1" strike="noStrike">
                <a:solidFill>
                  <a:schemeClr val="dk1"/>
                </a:solidFill>
                <a:latin typeface="Mulish"/>
              </a:rPr>
              <a:t>Client Application</a:t>
            </a:r>
            <a:endParaRPr b="0" lang="en-IN" sz="1400" spc="-1" strike="noStrike">
              <a:solidFill>
                <a:srgbClr val="000000"/>
              </a:solidFill>
              <a:latin typeface="Arial"/>
            </a:endParaRPr>
          </a:p>
        </p:txBody>
      </p:sp>
      <p:sp>
        <p:nvSpPr>
          <p:cNvPr id="134" name="Right Arrow 27"/>
          <p:cNvSpPr/>
          <p:nvPr/>
        </p:nvSpPr>
        <p:spPr>
          <a:xfrm>
            <a:off x="2152800" y="1436400"/>
            <a:ext cx="1942560" cy="380520"/>
          </a:xfrm>
          <a:prstGeom prst="rightArrow">
            <a:avLst>
              <a:gd name="adj1" fmla="val 50000"/>
              <a:gd name="adj2" fmla="val 50000"/>
            </a:avLst>
          </a:prstGeom>
          <a:gradFill rotWithShape="0">
            <a:gsLst>
              <a:gs pos="0">
                <a:srgbClr val="bd5800"/>
              </a:gs>
              <a:gs pos="80000">
                <a:srgbClr val="f57300"/>
              </a:gs>
              <a:gs pos="100000">
                <a:srgbClr val="f67200"/>
              </a:gs>
            </a:gsLst>
            <a:lin ang="16200000"/>
          </a:gradFill>
          <a:ln w="0">
            <a:noFill/>
          </a:ln>
          <a:effectLst>
            <a:outerShdw blurRad="39960" dir="5400000" dist="23040" rotWithShape="0">
              <a:srgbClr val="000000">
                <a:alpha val="35000"/>
              </a:srgbClr>
            </a:outerShdw>
          </a:effectLst>
        </p:spPr>
        <p:style>
          <a:lnRef idx="0">
            <a:schemeClr val="accent1"/>
          </a:lnRef>
          <a:fillRef idx="3">
            <a:schemeClr val="accent1"/>
          </a:fillRef>
          <a:effectRef idx="3">
            <a:schemeClr val="accent1"/>
          </a:effectRef>
          <a:fontRef idx="minor"/>
        </p:style>
        <p:txBody>
          <a:bodyPr lIns="90000" rIns="90000" tIns="45000" bIns="45000" anchor="ctr">
            <a:noAutofit/>
          </a:bodyPr>
          <a:p>
            <a:pPr algn="ctr" defTabSz="914400">
              <a:lnSpc>
                <a:spcPct val="100000"/>
              </a:lnSpc>
            </a:pPr>
            <a:r>
              <a:rPr b="1" lang="en-US" sz="1600" spc="-1" strike="noStrike">
                <a:solidFill>
                  <a:schemeClr val="lt1"/>
                </a:solidFill>
                <a:latin typeface="Mulish"/>
              </a:rPr>
              <a:t>Request</a:t>
            </a:r>
            <a:endParaRPr b="0" lang="en-IN" sz="1600" spc="-1" strike="noStrike">
              <a:solidFill>
                <a:srgbClr val="000000"/>
              </a:solidFill>
              <a:latin typeface="Arial"/>
            </a:endParaRPr>
          </a:p>
        </p:txBody>
      </p:sp>
      <p:sp>
        <p:nvSpPr>
          <p:cNvPr id="135" name="Rectangle 28"/>
          <p:cNvSpPr/>
          <p:nvPr/>
        </p:nvSpPr>
        <p:spPr>
          <a:xfrm>
            <a:off x="5146200" y="1818720"/>
            <a:ext cx="2892960" cy="366120"/>
          </a:xfrm>
          <a:prstGeom prst="rect">
            <a:avLst/>
          </a:prstGeom>
          <a:solidFill>
            <a:srgbClr val="ffffff"/>
          </a:solidFill>
          <a:ln>
            <a:solidFill>
              <a:srgbClr val="97291e"/>
            </a:solidFill>
            <a:round/>
          </a:ln>
        </p:spPr>
        <p:style>
          <a:lnRef idx="2">
            <a:schemeClr val="accent2"/>
          </a:lnRef>
          <a:fillRef idx="1">
            <a:schemeClr val="lt1"/>
          </a:fillRef>
          <a:effectRef idx="0">
            <a:schemeClr val="accent2"/>
          </a:effectRef>
          <a:fontRef idx="minor"/>
        </p:style>
        <p:txBody>
          <a:bodyPr lIns="90000" rIns="90000" tIns="45000" bIns="45000" anchor="ctr">
            <a:noAutofit/>
          </a:bodyPr>
          <a:p>
            <a:pPr algn="ctr" defTabSz="914400">
              <a:lnSpc>
                <a:spcPct val="100000"/>
              </a:lnSpc>
            </a:pPr>
            <a:r>
              <a:rPr b="1" lang="en-US" sz="1200" spc="-1" strike="noStrike">
                <a:solidFill>
                  <a:schemeClr val="dk1"/>
                </a:solidFill>
                <a:latin typeface="Mulish"/>
              </a:rPr>
              <a:t>Calls QR API of ICICI Bank</a:t>
            </a:r>
            <a:endParaRPr b="0" lang="en-IN" sz="1200" spc="-1" strike="noStrike">
              <a:solidFill>
                <a:srgbClr val="000000"/>
              </a:solidFill>
              <a:latin typeface="Arial"/>
            </a:endParaRPr>
          </a:p>
        </p:txBody>
      </p:sp>
      <p:sp>
        <p:nvSpPr>
          <p:cNvPr id="136" name="Rectangle 29"/>
          <p:cNvSpPr/>
          <p:nvPr/>
        </p:nvSpPr>
        <p:spPr>
          <a:xfrm>
            <a:off x="6800760" y="3134160"/>
            <a:ext cx="3379320" cy="389880"/>
          </a:xfrm>
          <a:prstGeom prst="rect">
            <a:avLst/>
          </a:prstGeom>
          <a:solidFill>
            <a:srgbClr val="ffffff"/>
          </a:solidFill>
          <a:ln>
            <a:solidFill>
              <a:srgbClr val="97291e"/>
            </a:solidFill>
            <a:round/>
          </a:ln>
        </p:spPr>
        <p:style>
          <a:lnRef idx="2">
            <a:schemeClr val="accent2"/>
          </a:lnRef>
          <a:fillRef idx="1">
            <a:schemeClr val="lt1"/>
          </a:fillRef>
          <a:effectRef idx="0">
            <a:schemeClr val="accent2"/>
          </a:effectRef>
          <a:fontRef idx="minor"/>
        </p:style>
        <p:txBody>
          <a:bodyPr lIns="90000" rIns="90000" tIns="45000" bIns="45000" anchor="ctr">
            <a:noAutofit/>
          </a:bodyPr>
          <a:p>
            <a:pPr algn="ctr" defTabSz="914400">
              <a:lnSpc>
                <a:spcPct val="100000"/>
              </a:lnSpc>
            </a:pPr>
            <a:r>
              <a:rPr b="1" lang="en-US" sz="1200" spc="-1" strike="noStrike">
                <a:solidFill>
                  <a:schemeClr val="dk1"/>
                </a:solidFill>
                <a:latin typeface="Mulish"/>
              </a:rPr>
              <a:t>ICICI  Banks shares Unique Ref ID to be used in QR/Intent</a:t>
            </a:r>
            <a:endParaRPr b="0" lang="en-IN" sz="1200" spc="-1" strike="noStrike">
              <a:solidFill>
                <a:srgbClr val="000000"/>
              </a:solidFill>
              <a:latin typeface="Arial"/>
            </a:endParaRPr>
          </a:p>
        </p:txBody>
      </p:sp>
      <p:sp>
        <p:nvSpPr>
          <p:cNvPr id="137" name="Rectangle 30"/>
          <p:cNvSpPr/>
          <p:nvPr/>
        </p:nvSpPr>
        <p:spPr>
          <a:xfrm>
            <a:off x="1979640" y="3139560"/>
            <a:ext cx="2130120" cy="389880"/>
          </a:xfrm>
          <a:prstGeom prst="rect">
            <a:avLst/>
          </a:prstGeom>
          <a:solidFill>
            <a:srgbClr val="ffffff"/>
          </a:solidFill>
          <a:ln>
            <a:solidFill>
              <a:srgbClr val="97291e"/>
            </a:solidFill>
            <a:round/>
          </a:ln>
        </p:spPr>
        <p:style>
          <a:lnRef idx="2">
            <a:schemeClr val="accent2"/>
          </a:lnRef>
          <a:fillRef idx="1">
            <a:schemeClr val="lt1"/>
          </a:fillRef>
          <a:effectRef idx="0">
            <a:schemeClr val="accent2"/>
          </a:effectRef>
          <a:fontRef idx="minor"/>
        </p:style>
        <p:txBody>
          <a:bodyPr lIns="90000" rIns="90000" tIns="45000" bIns="45000" anchor="ctr">
            <a:noAutofit/>
          </a:bodyPr>
          <a:p>
            <a:pPr algn="ctr" defTabSz="914400">
              <a:lnSpc>
                <a:spcPct val="100000"/>
              </a:lnSpc>
            </a:pPr>
            <a:r>
              <a:rPr b="1" lang="en-US" sz="1200" spc="-1" strike="noStrike">
                <a:solidFill>
                  <a:schemeClr val="dk1"/>
                </a:solidFill>
                <a:latin typeface="Mulish"/>
              </a:rPr>
              <a:t>EZY2099300930</a:t>
            </a:r>
            <a:endParaRPr b="0" lang="en-IN" sz="1200" spc="-1" strike="noStrike">
              <a:solidFill>
                <a:srgbClr val="000000"/>
              </a:solidFill>
              <a:latin typeface="Arial"/>
            </a:endParaRPr>
          </a:p>
        </p:txBody>
      </p:sp>
      <p:pic>
        <p:nvPicPr>
          <p:cNvPr id="138" name="Picture 31" descr=""/>
          <p:cNvPicPr/>
          <p:nvPr/>
        </p:nvPicPr>
        <p:blipFill>
          <a:blip r:embed="rId2"/>
          <a:stretch/>
        </p:blipFill>
        <p:spPr>
          <a:xfrm>
            <a:off x="726480" y="3227760"/>
            <a:ext cx="734040" cy="734040"/>
          </a:xfrm>
          <a:prstGeom prst="rect">
            <a:avLst/>
          </a:prstGeom>
          <a:ln w="0">
            <a:noFill/>
          </a:ln>
        </p:spPr>
      </p:pic>
      <p:sp>
        <p:nvSpPr>
          <p:cNvPr id="139" name="Rectangle 32"/>
          <p:cNvSpPr/>
          <p:nvPr/>
        </p:nvSpPr>
        <p:spPr>
          <a:xfrm>
            <a:off x="304560" y="2326680"/>
            <a:ext cx="1557360" cy="867240"/>
          </a:xfrm>
          <a:prstGeom prst="rect">
            <a:avLst/>
          </a:prstGeom>
          <a:solidFill>
            <a:srgbClr val="ffffff"/>
          </a:solidFill>
          <a:ln>
            <a:solidFill>
              <a:srgbClr val="97291e"/>
            </a:solidFill>
            <a:round/>
          </a:ln>
        </p:spPr>
        <p:style>
          <a:lnRef idx="2">
            <a:schemeClr val="accent2"/>
          </a:lnRef>
          <a:fillRef idx="1">
            <a:schemeClr val="lt1"/>
          </a:fillRef>
          <a:effectRef idx="0">
            <a:schemeClr val="accent2"/>
          </a:effectRef>
          <a:fontRef idx="minor"/>
        </p:style>
        <p:txBody>
          <a:bodyPr lIns="90000" rIns="90000" tIns="45000" bIns="45000" anchor="ctr">
            <a:noAutofit/>
          </a:bodyPr>
          <a:p>
            <a:pPr algn="ctr" defTabSz="914400">
              <a:lnSpc>
                <a:spcPct val="100000"/>
              </a:lnSpc>
            </a:pPr>
            <a:r>
              <a:rPr b="1" lang="en-US" sz="1200" spc="-1" strike="noStrike">
                <a:solidFill>
                  <a:schemeClr val="dk1"/>
                </a:solidFill>
                <a:latin typeface="Mulish"/>
              </a:rPr>
              <a:t>Client updates the Ref ID in the QR String and creates QR/Intent Call</a:t>
            </a:r>
            <a:endParaRPr b="0" lang="en-IN" sz="1200" spc="-1" strike="noStrike">
              <a:solidFill>
                <a:srgbClr val="000000"/>
              </a:solidFill>
              <a:latin typeface="Arial"/>
            </a:endParaRPr>
          </a:p>
        </p:txBody>
      </p:sp>
      <p:sp>
        <p:nvSpPr>
          <p:cNvPr id="140" name="Rounded Rectangle 33"/>
          <p:cNvSpPr/>
          <p:nvPr/>
        </p:nvSpPr>
        <p:spPr>
          <a:xfrm>
            <a:off x="6023520" y="5198040"/>
            <a:ext cx="914040" cy="1019520"/>
          </a:xfrm>
          <a:prstGeom prst="roundRect">
            <a:avLst>
              <a:gd name="adj" fmla="val 16667"/>
            </a:avLst>
          </a:prstGeom>
          <a:gradFill rotWithShape="0">
            <a:gsLst>
              <a:gs pos="0">
                <a:srgbClr val="002c54"/>
              </a:gs>
              <a:gs pos="80000">
                <a:srgbClr val="003a6d"/>
              </a:gs>
              <a:gs pos="100000">
                <a:srgbClr val="003a6e"/>
              </a:gs>
            </a:gsLst>
            <a:lin ang="16200000"/>
          </a:gradFill>
          <a:ln w="0">
            <a:noFill/>
          </a:ln>
          <a:effectLst>
            <a:outerShdw algn="bl" blurRad="50760" dir="18900000" dist="37674" rotWithShape="0">
              <a:srgbClr val="000000">
                <a:alpha val="40000"/>
              </a:srgbClr>
            </a:outerShdw>
          </a:effectLst>
        </p:spPr>
        <p:style>
          <a:lnRef idx="0">
            <a:schemeClr val="accent3"/>
          </a:lnRef>
          <a:fillRef idx="3">
            <a:schemeClr val="accent3"/>
          </a:fillRef>
          <a:effectRef idx="3">
            <a:schemeClr val="accent3"/>
          </a:effectRef>
          <a:fontRef idx="minor"/>
        </p:style>
        <p:txBody>
          <a:bodyPr lIns="90000" rIns="90000" tIns="45000" bIns="45000" anchor="ctr">
            <a:noAutofit/>
          </a:bodyPr>
          <a:p>
            <a:pPr algn="ctr" defTabSz="914400">
              <a:lnSpc>
                <a:spcPct val="100000"/>
              </a:lnSpc>
            </a:pPr>
            <a:r>
              <a:rPr b="1" lang="en-US" sz="1600" spc="-1" strike="noStrike">
                <a:solidFill>
                  <a:schemeClr val="lt1"/>
                </a:solidFill>
                <a:latin typeface="Mulish"/>
              </a:rPr>
              <a:t>NPCI</a:t>
            </a:r>
            <a:endParaRPr b="0" lang="en-IN" sz="1600" spc="-1" strike="noStrike">
              <a:solidFill>
                <a:srgbClr val="000000"/>
              </a:solidFill>
              <a:latin typeface="Arial"/>
            </a:endParaRPr>
          </a:p>
        </p:txBody>
      </p:sp>
      <p:sp>
        <p:nvSpPr>
          <p:cNvPr id="141" name="Rectangle 35"/>
          <p:cNvSpPr/>
          <p:nvPr/>
        </p:nvSpPr>
        <p:spPr>
          <a:xfrm>
            <a:off x="356400" y="4519080"/>
            <a:ext cx="1638720" cy="1222920"/>
          </a:xfrm>
          <a:prstGeom prst="rect">
            <a:avLst/>
          </a:prstGeom>
          <a:solidFill>
            <a:srgbClr val="ffffff"/>
          </a:solidFill>
          <a:ln>
            <a:solidFill>
              <a:srgbClr val="97291e"/>
            </a:solidFill>
            <a:round/>
          </a:ln>
        </p:spPr>
        <p:style>
          <a:lnRef idx="2">
            <a:schemeClr val="accent2"/>
          </a:lnRef>
          <a:fillRef idx="1">
            <a:schemeClr val="lt1"/>
          </a:fillRef>
          <a:effectRef idx="0">
            <a:schemeClr val="accent2"/>
          </a:effectRef>
          <a:fontRef idx="minor"/>
        </p:style>
        <p:txBody>
          <a:bodyPr lIns="90000" rIns="90000" tIns="45000" bIns="45000" anchor="ctr">
            <a:noAutofit/>
          </a:bodyPr>
          <a:p>
            <a:pPr algn="ctr" defTabSz="914400">
              <a:lnSpc>
                <a:spcPct val="100000"/>
              </a:lnSpc>
            </a:pPr>
            <a:r>
              <a:rPr b="1" lang="en-US" sz="1300" spc="-1" strike="noStrike">
                <a:solidFill>
                  <a:schemeClr val="dk1"/>
                </a:solidFill>
                <a:latin typeface="Mulish"/>
              </a:rPr>
              <a:t>Merchants end customer scans the QR using his PSP and Completes Payment</a:t>
            </a:r>
            <a:endParaRPr b="0" lang="en-IN" sz="1300" spc="-1" strike="noStrike">
              <a:solidFill>
                <a:srgbClr val="000000"/>
              </a:solidFill>
              <a:latin typeface="Arial"/>
            </a:endParaRPr>
          </a:p>
        </p:txBody>
      </p:sp>
      <p:cxnSp>
        <p:nvCxnSpPr>
          <p:cNvPr id="142" name="Straight Arrow Connector 37"/>
          <p:cNvCxnSpPr>
            <a:endCxn id="140" idx="1"/>
          </p:cNvCxnSpPr>
          <p:nvPr/>
        </p:nvCxnSpPr>
        <p:spPr>
          <a:xfrm flipV="1">
            <a:off x="1979280" y="5707800"/>
            <a:ext cx="4044600" cy="30600"/>
          </a:xfrm>
          <a:prstGeom prst="straightConnector1">
            <a:avLst/>
          </a:prstGeom>
          <a:ln>
            <a:solidFill>
              <a:srgbClr val="000000"/>
            </a:solidFill>
            <a:round/>
            <a:tailEnd len="med" type="triangle" w="med"/>
          </a:ln>
        </p:spPr>
      </p:cxnSp>
      <p:sp>
        <p:nvSpPr>
          <p:cNvPr id="143" name="Rectangle 39"/>
          <p:cNvSpPr/>
          <p:nvPr/>
        </p:nvSpPr>
        <p:spPr>
          <a:xfrm>
            <a:off x="3880800" y="5864400"/>
            <a:ext cx="1371240" cy="540720"/>
          </a:xfrm>
          <a:prstGeom prst="rect">
            <a:avLst/>
          </a:prstGeom>
          <a:solidFill>
            <a:srgbClr val="ffffff"/>
          </a:solidFill>
          <a:ln>
            <a:solidFill>
              <a:srgbClr val="97291e"/>
            </a:solidFill>
            <a:round/>
          </a:ln>
        </p:spPr>
        <p:style>
          <a:lnRef idx="2">
            <a:schemeClr val="accent2"/>
          </a:lnRef>
          <a:fillRef idx="1">
            <a:schemeClr val="lt1"/>
          </a:fillRef>
          <a:effectRef idx="0">
            <a:schemeClr val="accent2"/>
          </a:effectRef>
          <a:fontRef idx="minor"/>
        </p:style>
        <p:txBody>
          <a:bodyPr lIns="90000" rIns="90000" tIns="45000" bIns="45000" anchor="ctr">
            <a:noAutofit/>
          </a:bodyPr>
          <a:p>
            <a:pPr algn="ctr" defTabSz="914400">
              <a:lnSpc>
                <a:spcPct val="100000"/>
              </a:lnSpc>
            </a:pPr>
            <a:r>
              <a:rPr b="1" lang="en-US" sz="1200" spc="-1" strike="noStrike">
                <a:solidFill>
                  <a:schemeClr val="dk1"/>
                </a:solidFill>
                <a:latin typeface="Mulish"/>
              </a:rPr>
              <a:t>Transaction Routed Via NPCI</a:t>
            </a:r>
            <a:endParaRPr b="0" lang="en-IN" sz="1200" spc="-1" strike="noStrike">
              <a:solidFill>
                <a:srgbClr val="000000"/>
              </a:solidFill>
              <a:latin typeface="Arial"/>
            </a:endParaRPr>
          </a:p>
        </p:txBody>
      </p:sp>
      <p:cxnSp>
        <p:nvCxnSpPr>
          <p:cNvPr id="144" name="Straight Connector 57"/>
          <p:cNvCxnSpPr/>
          <p:nvPr/>
        </p:nvCxnSpPr>
        <p:spPr>
          <a:xfrm>
            <a:off x="7022160" y="5707800"/>
            <a:ext cx="3644280" cy="360"/>
          </a:xfrm>
          <a:prstGeom prst="straightConnector1">
            <a:avLst/>
          </a:prstGeom>
          <a:ln>
            <a:solidFill>
              <a:srgbClr val="000000"/>
            </a:solidFill>
            <a:round/>
          </a:ln>
        </p:spPr>
      </p:cxnSp>
      <p:cxnSp>
        <p:nvCxnSpPr>
          <p:cNvPr id="145" name="Straight Arrow Connector 59"/>
          <p:cNvCxnSpPr/>
          <p:nvPr/>
        </p:nvCxnSpPr>
        <p:spPr>
          <a:xfrm flipV="1">
            <a:off x="10666080" y="4705920"/>
            <a:ext cx="360" cy="1002240"/>
          </a:xfrm>
          <a:prstGeom prst="straightConnector1">
            <a:avLst/>
          </a:prstGeom>
          <a:ln>
            <a:solidFill>
              <a:srgbClr val="000000"/>
            </a:solidFill>
            <a:round/>
            <a:tailEnd len="med" type="triangle" w="med"/>
          </a:ln>
        </p:spPr>
      </p:cxnSp>
      <p:sp>
        <p:nvSpPr>
          <p:cNvPr id="146" name="Left Arrow 62"/>
          <p:cNvSpPr/>
          <p:nvPr/>
        </p:nvSpPr>
        <p:spPr>
          <a:xfrm>
            <a:off x="8039880" y="3909600"/>
            <a:ext cx="2154600" cy="434880"/>
          </a:xfrm>
          <a:prstGeom prst="leftArrow">
            <a:avLst>
              <a:gd name="adj1" fmla="val 50000"/>
              <a:gd name="adj2" fmla="val 50000"/>
            </a:avLst>
          </a:prstGeom>
          <a:solidFill>
            <a:srgbClr val="00b050"/>
          </a:solidFill>
          <a:ln w="0">
            <a:noFill/>
          </a:ln>
          <a:effectLst>
            <a:outerShdw blurRad="39960" dir="5400000" dist="23040" rotWithShape="0">
              <a:srgbClr val="000000">
                <a:alpha val="35000"/>
              </a:srgbClr>
            </a:outerShdw>
          </a:effectLst>
        </p:spPr>
        <p:style>
          <a:lnRef idx="0">
            <a:schemeClr val="accent1"/>
          </a:lnRef>
          <a:fillRef idx="3">
            <a:schemeClr val="accent1"/>
          </a:fillRef>
          <a:effectRef idx="3">
            <a:schemeClr val="accent1"/>
          </a:effectRef>
          <a:fontRef idx="minor"/>
        </p:style>
        <p:txBody>
          <a:bodyPr lIns="90000" rIns="90000" tIns="45000" bIns="45000" anchor="ctr">
            <a:noAutofit/>
          </a:bodyPr>
          <a:p>
            <a:pPr algn="ctr" defTabSz="914400">
              <a:lnSpc>
                <a:spcPct val="100000"/>
              </a:lnSpc>
            </a:pPr>
            <a:r>
              <a:rPr b="1" lang="en-US" sz="1600" spc="-1" strike="noStrike">
                <a:solidFill>
                  <a:schemeClr val="lt1"/>
                </a:solidFill>
                <a:latin typeface="Mulish"/>
              </a:rPr>
              <a:t>Callback</a:t>
            </a:r>
            <a:endParaRPr b="0" lang="en-IN" sz="1600" spc="-1" strike="noStrike">
              <a:solidFill>
                <a:srgbClr val="ffffff"/>
              </a:solidFill>
              <a:latin typeface="Arial"/>
            </a:endParaRPr>
          </a:p>
        </p:txBody>
      </p:sp>
      <p:sp>
        <p:nvSpPr>
          <p:cNvPr id="147" name="Rectangle 63"/>
          <p:cNvSpPr/>
          <p:nvPr/>
        </p:nvSpPr>
        <p:spPr>
          <a:xfrm>
            <a:off x="6800760" y="4389480"/>
            <a:ext cx="3379320" cy="733320"/>
          </a:xfrm>
          <a:prstGeom prst="rect">
            <a:avLst/>
          </a:prstGeom>
          <a:solidFill>
            <a:srgbClr val="ffffff"/>
          </a:solidFill>
          <a:ln>
            <a:solidFill>
              <a:srgbClr val="97291e"/>
            </a:solidFill>
            <a:round/>
          </a:ln>
        </p:spPr>
        <p:style>
          <a:lnRef idx="2">
            <a:schemeClr val="accent2"/>
          </a:lnRef>
          <a:fillRef idx="1">
            <a:schemeClr val="lt1"/>
          </a:fillRef>
          <a:effectRef idx="0">
            <a:schemeClr val="accent2"/>
          </a:effectRef>
          <a:fontRef idx="minor"/>
        </p:style>
        <p:txBody>
          <a:bodyPr lIns="90000" rIns="90000" tIns="45000" bIns="45000" anchor="ctr">
            <a:noAutofit/>
          </a:bodyPr>
          <a:p>
            <a:pPr defTabSz="914400">
              <a:lnSpc>
                <a:spcPct val="100000"/>
              </a:lnSpc>
            </a:pPr>
            <a:r>
              <a:rPr b="1" lang="en-IN" sz="1400" spc="-1" strike="noStrike">
                <a:solidFill>
                  <a:schemeClr val="dk1"/>
                </a:solidFill>
                <a:latin typeface="Mulish"/>
              </a:rPr>
              <a:t>Instant response to merchant stating Transaction Status on their callback URL.      </a:t>
            </a:r>
            <a:endParaRPr b="0" lang="en-IN" sz="1400" spc="-1" strike="noStrike">
              <a:solidFill>
                <a:srgbClr val="000000"/>
              </a:solidFill>
              <a:latin typeface="Arial"/>
            </a:endParaRPr>
          </a:p>
        </p:txBody>
      </p:sp>
      <p:sp>
        <p:nvSpPr>
          <p:cNvPr id="148" name="TextBox 65"/>
          <p:cNvSpPr/>
          <p:nvPr/>
        </p:nvSpPr>
        <p:spPr>
          <a:xfrm>
            <a:off x="9101160" y="3755520"/>
            <a:ext cx="1752120" cy="303120"/>
          </a:xfrm>
          <a:prstGeom prst="rect">
            <a:avLst/>
          </a:prstGeom>
          <a:noFill/>
          <a:ln w="0">
            <a:noFill/>
          </a:ln>
        </p:spPr>
        <p:style>
          <a:lnRef idx="0"/>
          <a:fillRef idx="0"/>
          <a:effectRef idx="0"/>
          <a:fontRef idx="minor"/>
        </p:style>
        <p:txBody>
          <a:bodyPr lIns="90000" rIns="90000" tIns="45000" bIns="45000" anchor="t">
            <a:spAutoFit/>
          </a:bodyPr>
          <a:p>
            <a:pPr defTabSz="914400">
              <a:lnSpc>
                <a:spcPct val="100000"/>
              </a:lnSpc>
            </a:pPr>
            <a:r>
              <a:rPr b="1" lang="en-US" sz="1400" spc="-1" strike="noStrike" u="sng">
                <a:solidFill>
                  <a:schemeClr val="dk1"/>
                </a:solidFill>
                <a:uFillTx/>
                <a:latin typeface="Mulish"/>
              </a:rPr>
              <a:t>Encrypted</a:t>
            </a:r>
            <a:endParaRPr b="0" lang="en-IN" sz="1400" spc="-1" strike="noStrike">
              <a:solidFill>
                <a:srgbClr val="000000"/>
              </a:solidFill>
              <a:latin typeface="Arial"/>
            </a:endParaRPr>
          </a:p>
        </p:txBody>
      </p:sp>
      <p:sp>
        <p:nvSpPr>
          <p:cNvPr id="149" name="Left Arrow 66"/>
          <p:cNvSpPr/>
          <p:nvPr/>
        </p:nvSpPr>
        <p:spPr>
          <a:xfrm>
            <a:off x="2047680" y="3909600"/>
            <a:ext cx="2089800" cy="434880"/>
          </a:xfrm>
          <a:prstGeom prst="leftArrow">
            <a:avLst>
              <a:gd name="adj1" fmla="val 50000"/>
              <a:gd name="adj2" fmla="val 50000"/>
            </a:avLst>
          </a:prstGeom>
          <a:solidFill>
            <a:srgbClr val="00b050"/>
          </a:solidFill>
          <a:ln w="0">
            <a:noFill/>
          </a:ln>
          <a:effectLst>
            <a:outerShdw blurRad="39960" dir="5400000" dist="23040" rotWithShape="0">
              <a:srgbClr val="000000">
                <a:alpha val="35000"/>
              </a:srgbClr>
            </a:outerShdw>
          </a:effectLst>
        </p:spPr>
        <p:style>
          <a:lnRef idx="0">
            <a:schemeClr val="accent1"/>
          </a:lnRef>
          <a:fillRef idx="3">
            <a:schemeClr val="accent1"/>
          </a:fillRef>
          <a:effectRef idx="3">
            <a:schemeClr val="accent1"/>
          </a:effectRef>
          <a:fontRef idx="minor"/>
        </p:style>
        <p:txBody>
          <a:bodyPr lIns="90000" rIns="90000" tIns="45000" bIns="45000" anchor="ctr">
            <a:noAutofit/>
          </a:bodyPr>
          <a:p>
            <a:pPr algn="ctr" defTabSz="914400">
              <a:lnSpc>
                <a:spcPct val="100000"/>
              </a:lnSpc>
            </a:pPr>
            <a:r>
              <a:rPr b="1" lang="en-US" sz="1600" spc="-1" strike="noStrike">
                <a:solidFill>
                  <a:schemeClr val="lt1"/>
                </a:solidFill>
                <a:latin typeface="Mulish"/>
              </a:rPr>
              <a:t>Callback</a:t>
            </a:r>
            <a:endParaRPr b="0" lang="en-IN" sz="1600" spc="-1" strike="noStrike">
              <a:solidFill>
                <a:srgbClr val="ffffff"/>
              </a:solidFill>
              <a:latin typeface="Arial"/>
            </a:endParaRPr>
          </a:p>
        </p:txBody>
      </p:sp>
      <p:sp>
        <p:nvSpPr>
          <p:cNvPr id="150" name="TextBox 68"/>
          <p:cNvSpPr/>
          <p:nvPr/>
        </p:nvSpPr>
        <p:spPr>
          <a:xfrm>
            <a:off x="2695320" y="3661920"/>
            <a:ext cx="1752120" cy="303120"/>
          </a:xfrm>
          <a:prstGeom prst="rect">
            <a:avLst/>
          </a:prstGeom>
          <a:noFill/>
          <a:ln w="0">
            <a:noFill/>
          </a:ln>
        </p:spPr>
        <p:style>
          <a:lnRef idx="0"/>
          <a:fillRef idx="0"/>
          <a:effectRef idx="0"/>
          <a:fontRef idx="minor"/>
        </p:style>
        <p:txBody>
          <a:bodyPr lIns="90000" rIns="90000" tIns="45000" bIns="45000" anchor="t">
            <a:spAutoFit/>
          </a:bodyPr>
          <a:p>
            <a:pPr defTabSz="914400">
              <a:lnSpc>
                <a:spcPct val="100000"/>
              </a:lnSpc>
            </a:pPr>
            <a:r>
              <a:rPr b="1" lang="en-US" sz="1400" spc="-1" strike="noStrike" u="sng">
                <a:solidFill>
                  <a:schemeClr val="dk1"/>
                </a:solidFill>
                <a:uFillTx/>
                <a:latin typeface="Mulish"/>
              </a:rPr>
              <a:t>Decrypted</a:t>
            </a:r>
            <a:endParaRPr b="0" lang="en-IN" sz="1400" spc="-1" strike="noStrike">
              <a:solidFill>
                <a:srgbClr val="000000"/>
              </a:solidFill>
              <a:latin typeface="Arial"/>
            </a:endParaRPr>
          </a:p>
        </p:txBody>
      </p:sp>
      <p:sp>
        <p:nvSpPr>
          <p:cNvPr id="151" name="Rectangle 69"/>
          <p:cNvSpPr/>
          <p:nvPr/>
        </p:nvSpPr>
        <p:spPr>
          <a:xfrm>
            <a:off x="2224440" y="4390560"/>
            <a:ext cx="1834200" cy="739440"/>
          </a:xfrm>
          <a:prstGeom prst="rect">
            <a:avLst/>
          </a:prstGeom>
          <a:solidFill>
            <a:srgbClr val="ffffff"/>
          </a:solidFill>
          <a:ln>
            <a:solidFill>
              <a:srgbClr val="97291e"/>
            </a:solidFill>
            <a:round/>
          </a:ln>
        </p:spPr>
        <p:style>
          <a:lnRef idx="2">
            <a:schemeClr val="accent2"/>
          </a:lnRef>
          <a:fillRef idx="1">
            <a:schemeClr val="lt1"/>
          </a:fillRef>
          <a:effectRef idx="0">
            <a:schemeClr val="accent2"/>
          </a:effectRef>
          <a:fontRef idx="minor"/>
        </p:style>
        <p:txBody>
          <a:bodyPr lIns="90000" rIns="90000" tIns="45000" bIns="45000" anchor="ctr">
            <a:noAutofit/>
          </a:bodyPr>
          <a:p>
            <a:pPr defTabSz="914400">
              <a:lnSpc>
                <a:spcPct val="100000"/>
              </a:lnSpc>
            </a:pPr>
            <a:r>
              <a:rPr b="1" lang="en-US" sz="1400" spc="-1" strike="noStrike">
                <a:solidFill>
                  <a:schemeClr val="dk1"/>
                </a:solidFill>
                <a:latin typeface="Mulish"/>
              </a:rPr>
              <a:t>Transaction status fed to Client ERP for Reconciliation</a:t>
            </a:r>
            <a:endParaRPr b="0" lang="en-IN" sz="1400" spc="-1" strike="noStrike">
              <a:solidFill>
                <a:srgbClr val="000000"/>
              </a:solidFill>
              <a:latin typeface="Arial"/>
            </a:endParaRPr>
          </a:p>
        </p:txBody>
      </p:sp>
      <p:sp>
        <p:nvSpPr>
          <p:cNvPr id="152" name="Rectangle 34"/>
          <p:cNvSpPr/>
          <p:nvPr/>
        </p:nvSpPr>
        <p:spPr>
          <a:xfrm>
            <a:off x="8068680" y="5864400"/>
            <a:ext cx="1371240" cy="540720"/>
          </a:xfrm>
          <a:prstGeom prst="rect">
            <a:avLst/>
          </a:prstGeom>
          <a:solidFill>
            <a:srgbClr val="ffffff"/>
          </a:solidFill>
          <a:ln>
            <a:solidFill>
              <a:srgbClr val="97291e"/>
            </a:solidFill>
            <a:round/>
          </a:ln>
        </p:spPr>
        <p:style>
          <a:lnRef idx="2">
            <a:schemeClr val="accent2"/>
          </a:lnRef>
          <a:fillRef idx="1">
            <a:schemeClr val="lt1"/>
          </a:fillRef>
          <a:effectRef idx="0">
            <a:schemeClr val="accent2"/>
          </a:effectRef>
          <a:fontRef idx="minor"/>
        </p:style>
        <p:txBody>
          <a:bodyPr lIns="90000" rIns="90000" tIns="45000" bIns="45000" anchor="ctr">
            <a:noAutofit/>
          </a:bodyPr>
          <a:p>
            <a:pPr algn="ctr" defTabSz="914400">
              <a:lnSpc>
                <a:spcPct val="100000"/>
              </a:lnSpc>
            </a:pPr>
            <a:r>
              <a:rPr b="1" lang="en-US" sz="1200" spc="-1" strike="noStrike">
                <a:solidFill>
                  <a:schemeClr val="dk1"/>
                </a:solidFill>
                <a:latin typeface="Mulish"/>
              </a:rPr>
              <a:t>Transaction Routed Via NPCI</a:t>
            </a:r>
            <a:endParaRPr b="0" lang="en-IN" sz="1200" spc="-1" strike="noStrike">
              <a:solidFill>
                <a:srgbClr val="000000"/>
              </a:solidFill>
              <a:latin typeface="Arial"/>
            </a:endParaRPr>
          </a:p>
        </p:txBody>
      </p:sp>
      <p:sp>
        <p:nvSpPr>
          <p:cNvPr id="153" name="Rectangle 36"/>
          <p:cNvSpPr/>
          <p:nvPr/>
        </p:nvSpPr>
        <p:spPr>
          <a:xfrm>
            <a:off x="2094840" y="1853280"/>
            <a:ext cx="2061360" cy="506520"/>
          </a:xfrm>
          <a:prstGeom prst="rect">
            <a:avLst/>
          </a:prstGeom>
          <a:solidFill>
            <a:srgbClr val="ffffff"/>
          </a:solidFill>
          <a:ln>
            <a:solidFill>
              <a:srgbClr val="97291e"/>
            </a:solidFill>
            <a:round/>
          </a:ln>
        </p:spPr>
        <p:style>
          <a:lnRef idx="2">
            <a:schemeClr val="accent2"/>
          </a:lnRef>
          <a:fillRef idx="1">
            <a:schemeClr val="lt1"/>
          </a:fillRef>
          <a:effectRef idx="0">
            <a:schemeClr val="accent2"/>
          </a:effectRef>
          <a:fontRef idx="minor"/>
        </p:style>
        <p:txBody>
          <a:bodyPr lIns="90000" rIns="90000" tIns="45000" bIns="45000" anchor="ctr">
            <a:noAutofit/>
          </a:bodyPr>
          <a:p>
            <a:pPr algn="just" defTabSz="914400">
              <a:lnSpc>
                <a:spcPct val="102000"/>
              </a:lnSpc>
              <a:spcAft>
                <a:spcPts val="99"/>
              </a:spcAft>
            </a:pPr>
            <a:r>
              <a:rPr b="1" lang="en-IN" sz="1200" spc="-1" strike="noStrike">
                <a:solidFill>
                  <a:srgbClr val="000000"/>
                </a:solidFill>
                <a:latin typeface="Mulish"/>
                <a:ea typeface="Calibri"/>
              </a:rPr>
              <a:t>Merchant will send transaction details. </a:t>
            </a:r>
            <a:endParaRPr b="0" lang="en-IN" sz="12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54" name="Rounded Rectangle 38"/>
          <p:cNvSpPr/>
          <p:nvPr/>
        </p:nvSpPr>
        <p:spPr>
          <a:xfrm>
            <a:off x="8247240" y="695520"/>
            <a:ext cx="3839760" cy="4952520"/>
          </a:xfrm>
          <a:prstGeom prst="roundRect">
            <a:avLst>
              <a:gd name="adj" fmla="val 16667"/>
            </a:avLst>
          </a:prstGeom>
          <a:solidFill>
            <a:srgbClr val="ffffff"/>
          </a:solidFill>
          <a:ln>
            <a:solidFill>
              <a:srgbClr val="97291e"/>
            </a:solidFill>
            <a:round/>
          </a:ln>
        </p:spPr>
        <p:style>
          <a:lnRef idx="2">
            <a:schemeClr val="accent2"/>
          </a:lnRef>
          <a:fillRef idx="1">
            <a:schemeClr val="lt1"/>
          </a:fillRef>
          <a:effectRef idx="0">
            <a:schemeClr val="accent2"/>
          </a:effectRef>
          <a:fontRef idx="minor"/>
        </p:style>
        <p:txBody>
          <a:bodyPr lIns="90000" rIns="90000" tIns="45000" bIns="45000" anchor="ctr">
            <a:noAutofit/>
          </a:bodyPr>
          <a:p>
            <a:pPr algn="ctr" defTabSz="914400">
              <a:lnSpc>
                <a:spcPct val="100000"/>
              </a:lnSpc>
            </a:pPr>
            <a:endParaRPr b="0" lang="en-IN" sz="1900" spc="-1" strike="noStrike">
              <a:solidFill>
                <a:schemeClr val="dk1"/>
              </a:solidFill>
              <a:latin typeface="Zurich BT"/>
            </a:endParaRPr>
          </a:p>
        </p:txBody>
      </p:sp>
      <p:sp>
        <p:nvSpPr>
          <p:cNvPr id="155" name="Rounded Rectangle 36"/>
          <p:cNvSpPr/>
          <p:nvPr/>
        </p:nvSpPr>
        <p:spPr>
          <a:xfrm>
            <a:off x="4489560" y="695520"/>
            <a:ext cx="3634920" cy="4952520"/>
          </a:xfrm>
          <a:prstGeom prst="roundRect">
            <a:avLst>
              <a:gd name="adj" fmla="val 16667"/>
            </a:avLst>
          </a:prstGeom>
          <a:solidFill>
            <a:srgbClr val="ffffff"/>
          </a:solidFill>
          <a:ln>
            <a:solidFill>
              <a:srgbClr val="97291e"/>
            </a:solidFill>
            <a:round/>
          </a:ln>
        </p:spPr>
        <p:style>
          <a:lnRef idx="2">
            <a:schemeClr val="accent2"/>
          </a:lnRef>
          <a:fillRef idx="1">
            <a:schemeClr val="lt1"/>
          </a:fillRef>
          <a:effectRef idx="0">
            <a:schemeClr val="accent2"/>
          </a:effectRef>
          <a:fontRef idx="minor"/>
        </p:style>
        <p:txBody>
          <a:bodyPr lIns="90000" rIns="90000" tIns="45000" bIns="45000" anchor="ctr">
            <a:noAutofit/>
          </a:bodyPr>
          <a:p>
            <a:pPr algn="ctr" defTabSz="914400">
              <a:lnSpc>
                <a:spcPct val="100000"/>
              </a:lnSpc>
            </a:pPr>
            <a:endParaRPr b="0" lang="en-IN" sz="1900" spc="-1" strike="noStrike">
              <a:solidFill>
                <a:schemeClr val="dk1"/>
              </a:solidFill>
              <a:latin typeface="Zurich BT"/>
            </a:endParaRPr>
          </a:p>
        </p:txBody>
      </p:sp>
      <p:sp>
        <p:nvSpPr>
          <p:cNvPr id="156" name="Rounded Rectangle 6"/>
          <p:cNvSpPr/>
          <p:nvPr/>
        </p:nvSpPr>
        <p:spPr>
          <a:xfrm>
            <a:off x="74520" y="685800"/>
            <a:ext cx="4292280" cy="4962240"/>
          </a:xfrm>
          <a:prstGeom prst="roundRect">
            <a:avLst>
              <a:gd name="adj" fmla="val 16667"/>
            </a:avLst>
          </a:prstGeom>
          <a:solidFill>
            <a:srgbClr val="ffffff"/>
          </a:solidFill>
          <a:ln>
            <a:solidFill>
              <a:srgbClr val="97291e"/>
            </a:solidFill>
            <a:round/>
          </a:ln>
        </p:spPr>
        <p:style>
          <a:lnRef idx="2">
            <a:schemeClr val="accent2"/>
          </a:lnRef>
          <a:fillRef idx="1">
            <a:schemeClr val="lt1"/>
          </a:fillRef>
          <a:effectRef idx="0">
            <a:schemeClr val="accent2"/>
          </a:effectRef>
          <a:fontRef idx="minor"/>
        </p:style>
        <p:txBody>
          <a:bodyPr lIns="90000" rIns="90000" tIns="45000" bIns="45000" anchor="ctr">
            <a:noAutofit/>
          </a:bodyPr>
          <a:p>
            <a:pPr algn="ctr" defTabSz="914400">
              <a:lnSpc>
                <a:spcPct val="100000"/>
              </a:lnSpc>
            </a:pPr>
            <a:endParaRPr b="0" lang="en-IN" sz="1900" spc="-1" strike="noStrike">
              <a:solidFill>
                <a:schemeClr val="dk1"/>
              </a:solidFill>
              <a:latin typeface="Zurich BT"/>
            </a:endParaRPr>
          </a:p>
        </p:txBody>
      </p:sp>
      <p:sp>
        <p:nvSpPr>
          <p:cNvPr id="157" name="PlaceHolder 1"/>
          <p:cNvSpPr>
            <a:spLocks noGrp="1"/>
          </p:cNvSpPr>
          <p:nvPr>
            <p:ph/>
          </p:nvPr>
        </p:nvSpPr>
        <p:spPr>
          <a:xfrm>
            <a:off x="105480" y="64080"/>
            <a:ext cx="5358960" cy="493200"/>
          </a:xfrm>
          <a:prstGeom prst="rect">
            <a:avLst/>
          </a:prstGeom>
          <a:noFill/>
          <a:ln w="0">
            <a:noFill/>
          </a:ln>
        </p:spPr>
        <p:txBody>
          <a:bodyPr lIns="91440" rIns="91440" tIns="45720" bIns="45720" anchor="t">
            <a:noAutofit/>
          </a:bodyPr>
          <a:p>
            <a:pPr indent="0" defTabSz="914400">
              <a:lnSpc>
                <a:spcPct val="100000"/>
              </a:lnSpc>
              <a:spcBef>
                <a:spcPts val="479"/>
              </a:spcBef>
              <a:buNone/>
              <a:tabLst>
                <a:tab algn="l" pos="0"/>
              </a:tabLst>
            </a:pPr>
            <a:r>
              <a:rPr b="1" lang="en-US" sz="2400" spc="-1" strike="noStrike">
                <a:solidFill>
                  <a:srgbClr val="97281d"/>
                </a:solidFill>
                <a:latin typeface="Mulish"/>
              </a:rPr>
              <a:t>UPI Collection – QR/Intent</a:t>
            </a:r>
            <a:endParaRPr b="0" lang="en-US" sz="2400" spc="-1" strike="noStrike">
              <a:solidFill>
                <a:schemeClr val="dk1"/>
              </a:solidFill>
              <a:latin typeface="Zurich BT"/>
            </a:endParaRPr>
          </a:p>
        </p:txBody>
      </p:sp>
      <p:sp>
        <p:nvSpPr>
          <p:cNvPr id="158" name="PlaceHolder 2"/>
          <p:cNvSpPr>
            <a:spLocks noGrp="1"/>
          </p:cNvSpPr>
          <p:nvPr>
            <p:ph type="sldNum" idx="33"/>
          </p:nvPr>
        </p:nvSpPr>
        <p:spPr>
          <a:xfrm>
            <a:off x="11248920" y="6176880"/>
            <a:ext cx="609120" cy="365760"/>
          </a:xfrm>
          <a:prstGeom prst="rect">
            <a:avLst/>
          </a:prstGeom>
          <a:noFill/>
          <a:ln w="0">
            <a:noFill/>
          </a:ln>
        </p:spPr>
        <p:txBody>
          <a:bodyPr lIns="91440" rIns="91440" tIns="45720" bIns="45720" anchor="ctr">
            <a:noAutofit/>
          </a:bodyPr>
          <a:lstStyle>
            <a:lvl1pPr indent="0" algn="r" defTabSz="914400">
              <a:lnSpc>
                <a:spcPct val="100000"/>
              </a:lnSpc>
              <a:buNone/>
              <a:defRPr b="0" lang="en-US" sz="1200" spc="-1" strike="noStrike">
                <a:solidFill>
                  <a:srgbClr val="1f497d"/>
                </a:solidFill>
                <a:latin typeface="Zurich Lt BT"/>
              </a:defRPr>
            </a:lvl1pPr>
          </a:lstStyle>
          <a:p>
            <a:pPr indent="0" algn="r" defTabSz="914400">
              <a:lnSpc>
                <a:spcPct val="100000"/>
              </a:lnSpc>
              <a:buNone/>
            </a:pPr>
            <a:fld id="{90C107C4-1F12-4142-8373-E19B8B7F0C85}" type="slidenum">
              <a:rPr b="0" lang="en-US" sz="1200" spc="-1" strike="noStrike">
                <a:solidFill>
                  <a:srgbClr val="1f497d"/>
                </a:solidFill>
                <a:latin typeface="Zurich Lt BT"/>
              </a:rPr>
              <a:t>&lt;number&gt;</a:t>
            </a:fld>
            <a:endParaRPr b="0" lang="en-IN" sz="1200" spc="-1" strike="noStrike">
              <a:solidFill>
                <a:srgbClr val="000000"/>
              </a:solidFill>
              <a:latin typeface="Times New Roman"/>
            </a:endParaRPr>
          </a:p>
        </p:txBody>
      </p:sp>
      <p:sp>
        <p:nvSpPr>
          <p:cNvPr id="159" name="Rectangle 2"/>
          <p:cNvSpPr/>
          <p:nvPr/>
        </p:nvSpPr>
        <p:spPr>
          <a:xfrm>
            <a:off x="-234360" y="1567800"/>
            <a:ext cx="5533560" cy="3063960"/>
          </a:xfrm>
          <a:prstGeom prst="rect">
            <a:avLst/>
          </a:prstGeom>
          <a:noFill/>
          <a:ln w="0">
            <a:noFill/>
          </a:ln>
        </p:spPr>
        <p:style>
          <a:lnRef idx="0"/>
          <a:fillRef idx="0"/>
          <a:effectRef idx="0"/>
          <a:fontRef idx="minor"/>
        </p:style>
        <p:txBody>
          <a:bodyPr lIns="90000" rIns="90000" tIns="45000" bIns="45000" anchor="t">
            <a:spAutoFit/>
          </a:bodyPr>
          <a:p>
            <a:pPr marL="356400" indent="-6480" defTabSz="914400">
              <a:lnSpc>
                <a:spcPct val="107000"/>
              </a:lnSpc>
              <a:tabLst>
                <a:tab algn="l" pos="0"/>
              </a:tabLst>
            </a:pPr>
            <a:r>
              <a:rPr b="0" lang="en-IN" sz="1400" spc="-1" strike="noStrike">
                <a:solidFill>
                  <a:schemeClr val="dk1"/>
                </a:solidFill>
                <a:latin typeface="Mulish"/>
                <a:ea typeface="Calibri"/>
              </a:rPr>
              <a:t>{     </a:t>
            </a:r>
            <a:endParaRPr b="0" lang="en-IN" sz="1400" spc="-1" strike="noStrike">
              <a:solidFill>
                <a:srgbClr val="000000"/>
              </a:solidFill>
              <a:latin typeface="Arial"/>
            </a:endParaRPr>
          </a:p>
          <a:p>
            <a:pPr marL="356400" indent="-6480" defTabSz="914400">
              <a:lnSpc>
                <a:spcPct val="107000"/>
              </a:lnSpc>
              <a:tabLst>
                <a:tab algn="l" pos="0"/>
              </a:tabLst>
            </a:pPr>
            <a:r>
              <a:rPr b="0" lang="en-IN" sz="1400" spc="-1" strike="noStrike">
                <a:solidFill>
                  <a:schemeClr val="dk1"/>
                </a:solidFill>
                <a:latin typeface="Mulish"/>
                <a:ea typeface="Calibri"/>
              </a:rPr>
              <a:t>    </a:t>
            </a:r>
            <a:r>
              <a:rPr b="0" lang="en-IN" sz="1400" spc="-1" strike="noStrike">
                <a:solidFill>
                  <a:schemeClr val="dk1"/>
                </a:solidFill>
                <a:latin typeface="Mulish"/>
                <a:ea typeface="Calibri"/>
              </a:rPr>
              <a:t>"amount": "5.00",     </a:t>
            </a:r>
            <a:endParaRPr b="0" lang="en-IN" sz="1400" spc="-1" strike="noStrike">
              <a:solidFill>
                <a:srgbClr val="000000"/>
              </a:solidFill>
              <a:latin typeface="Arial"/>
            </a:endParaRPr>
          </a:p>
          <a:p>
            <a:pPr marL="356400" indent="-6480" defTabSz="914400">
              <a:lnSpc>
                <a:spcPct val="107000"/>
              </a:lnSpc>
              <a:tabLst>
                <a:tab algn="l" pos="0"/>
              </a:tabLst>
            </a:pPr>
            <a:r>
              <a:rPr b="0" lang="en-IN" sz="1400" spc="-1" strike="noStrike">
                <a:solidFill>
                  <a:schemeClr val="dk1"/>
                </a:solidFill>
                <a:latin typeface="Mulish"/>
                <a:ea typeface="Calibri"/>
              </a:rPr>
              <a:t>    </a:t>
            </a:r>
            <a:r>
              <a:rPr b="0" lang="en-IN" sz="1400" spc="-1" strike="noStrike">
                <a:solidFill>
                  <a:schemeClr val="dk1"/>
                </a:solidFill>
                <a:latin typeface="Mulish"/>
                <a:ea typeface="Calibri"/>
              </a:rPr>
              <a:t>"merchantId": "118449",     </a:t>
            </a:r>
            <a:endParaRPr b="0" lang="en-IN" sz="1400" spc="-1" strike="noStrike">
              <a:solidFill>
                <a:srgbClr val="000000"/>
              </a:solidFill>
              <a:latin typeface="Arial"/>
            </a:endParaRPr>
          </a:p>
          <a:p>
            <a:pPr marL="356400" indent="-6480" defTabSz="914400">
              <a:lnSpc>
                <a:spcPct val="107000"/>
              </a:lnSpc>
              <a:tabLst>
                <a:tab algn="l" pos="0"/>
              </a:tabLst>
            </a:pPr>
            <a:r>
              <a:rPr b="0" lang="en-IN" sz="1400" spc="-1" strike="noStrike">
                <a:solidFill>
                  <a:schemeClr val="dk1"/>
                </a:solidFill>
                <a:latin typeface="Mulish"/>
                <a:ea typeface="Calibri"/>
              </a:rPr>
              <a:t>    </a:t>
            </a:r>
            <a:r>
              <a:rPr b="0" lang="en-IN" sz="1400" spc="-1" strike="noStrike">
                <a:solidFill>
                  <a:schemeClr val="dk1"/>
                </a:solidFill>
                <a:latin typeface="Mulish"/>
                <a:ea typeface="Calibri"/>
              </a:rPr>
              <a:t>"terminalId": "5411",     </a:t>
            </a:r>
            <a:endParaRPr b="0" lang="en-IN" sz="1400" spc="-1" strike="noStrike">
              <a:solidFill>
                <a:srgbClr val="000000"/>
              </a:solidFill>
              <a:latin typeface="Arial"/>
            </a:endParaRPr>
          </a:p>
          <a:p>
            <a:pPr marL="356400" indent="-6480" defTabSz="914400">
              <a:lnSpc>
                <a:spcPct val="107000"/>
              </a:lnSpc>
              <a:tabLst>
                <a:tab algn="l" pos="0"/>
              </a:tabLst>
            </a:pPr>
            <a:r>
              <a:rPr b="0" lang="en-IN" sz="1400" spc="-1" strike="noStrike">
                <a:solidFill>
                  <a:schemeClr val="dk1"/>
                </a:solidFill>
                <a:latin typeface="Mulish"/>
                <a:ea typeface="Calibri"/>
              </a:rPr>
              <a:t>    </a:t>
            </a:r>
            <a:r>
              <a:rPr b="0" lang="en-IN" sz="1400" spc="-1" strike="noStrike">
                <a:solidFill>
                  <a:schemeClr val="dk1"/>
                </a:solidFill>
                <a:latin typeface="Mulish"/>
                <a:ea typeface="Calibri"/>
              </a:rPr>
              <a:t>"merchantTranId": "p0nillp0k9lqlp091p17",     </a:t>
            </a:r>
            <a:endParaRPr b="0" lang="en-IN" sz="1400" spc="-1" strike="noStrike">
              <a:solidFill>
                <a:srgbClr val="000000"/>
              </a:solidFill>
              <a:latin typeface="Arial"/>
            </a:endParaRPr>
          </a:p>
          <a:p>
            <a:pPr marL="356400" indent="-6480" defTabSz="914400">
              <a:lnSpc>
                <a:spcPct val="107000"/>
              </a:lnSpc>
              <a:tabLst>
                <a:tab algn="l" pos="0"/>
              </a:tabLst>
            </a:pPr>
            <a:r>
              <a:rPr b="0" lang="en-IN" sz="1400" spc="-1" strike="noStrike">
                <a:solidFill>
                  <a:schemeClr val="dk1"/>
                </a:solidFill>
                <a:latin typeface="Mulish"/>
                <a:ea typeface="Calibri"/>
              </a:rPr>
              <a:t>    </a:t>
            </a:r>
            <a:r>
              <a:rPr b="0" lang="en-IN" sz="1400" spc="-1" strike="noStrike">
                <a:solidFill>
                  <a:schemeClr val="dk1"/>
                </a:solidFill>
                <a:latin typeface="Mulish"/>
                <a:ea typeface="Calibri"/>
              </a:rPr>
              <a:t>"billNumber": "sdf1po111b",           </a:t>
            </a:r>
            <a:endParaRPr b="0" lang="en-IN" sz="1400" spc="-1" strike="noStrike">
              <a:solidFill>
                <a:srgbClr val="000000"/>
              </a:solidFill>
              <a:latin typeface="Arial"/>
            </a:endParaRPr>
          </a:p>
          <a:p>
            <a:pPr marL="356400" indent="-6480" defTabSz="914400">
              <a:lnSpc>
                <a:spcPct val="107000"/>
              </a:lnSpc>
              <a:tabLst>
                <a:tab algn="l" pos="0"/>
              </a:tabLst>
            </a:pPr>
            <a:r>
              <a:rPr b="0" lang="en-IN" sz="1400" spc="-1" strike="noStrike">
                <a:solidFill>
                  <a:schemeClr val="dk1"/>
                </a:solidFill>
                <a:latin typeface="Mulish"/>
                <a:ea typeface="Calibri"/>
              </a:rPr>
              <a:t>    </a:t>
            </a:r>
            <a:r>
              <a:rPr b="0" lang="en-IN" sz="1400" spc="-1" strike="noStrike">
                <a:solidFill>
                  <a:schemeClr val="dk1"/>
                </a:solidFill>
                <a:latin typeface="Mulish"/>
                <a:ea typeface="Calibri"/>
              </a:rPr>
              <a:t>"validatePayerAccFlag": "Y",     </a:t>
            </a:r>
            <a:endParaRPr b="0" lang="en-IN" sz="1400" spc="-1" strike="noStrike">
              <a:solidFill>
                <a:srgbClr val="000000"/>
              </a:solidFill>
              <a:latin typeface="Arial"/>
            </a:endParaRPr>
          </a:p>
          <a:p>
            <a:pPr marL="356400" indent="-6480" defTabSz="914400">
              <a:lnSpc>
                <a:spcPct val="107000"/>
              </a:lnSpc>
              <a:tabLst>
                <a:tab algn="l" pos="0"/>
              </a:tabLst>
            </a:pPr>
            <a:r>
              <a:rPr b="0" lang="en-IN" sz="1400" spc="-1" strike="noStrike">
                <a:solidFill>
                  <a:schemeClr val="dk1"/>
                </a:solidFill>
                <a:latin typeface="Mulish"/>
                <a:ea typeface="Calibri"/>
              </a:rPr>
              <a:t>    </a:t>
            </a:r>
            <a:r>
              <a:rPr b="0" lang="en-IN" sz="1400" spc="-1" strike="noStrike">
                <a:solidFill>
                  <a:schemeClr val="dk1"/>
                </a:solidFill>
                <a:latin typeface="Mulish"/>
                <a:ea typeface="Calibri"/>
              </a:rPr>
              <a:t>"payerAccount": "0405012740",     </a:t>
            </a:r>
            <a:endParaRPr b="0" lang="en-IN" sz="1400" spc="-1" strike="noStrike">
              <a:solidFill>
                <a:srgbClr val="000000"/>
              </a:solidFill>
              <a:latin typeface="Arial"/>
            </a:endParaRPr>
          </a:p>
          <a:p>
            <a:pPr marL="356400" indent="-6480" defTabSz="914400">
              <a:lnSpc>
                <a:spcPct val="107000"/>
              </a:lnSpc>
              <a:spcAft>
                <a:spcPts val="14"/>
              </a:spcAft>
              <a:tabLst>
                <a:tab algn="l" pos="0"/>
              </a:tabLst>
            </a:pPr>
            <a:r>
              <a:rPr b="0" lang="en-IN" sz="1400" spc="-1" strike="noStrike">
                <a:solidFill>
                  <a:schemeClr val="dk1"/>
                </a:solidFill>
                <a:latin typeface="Mulish"/>
                <a:ea typeface="Calibri"/>
              </a:rPr>
              <a:t>    </a:t>
            </a:r>
            <a:r>
              <a:rPr b="0" lang="en-IN" sz="1400" spc="-1" strike="noStrike">
                <a:solidFill>
                  <a:schemeClr val="dk1"/>
                </a:solidFill>
                <a:latin typeface="Mulish"/>
                <a:ea typeface="Calibri"/>
              </a:rPr>
              <a:t>"payerIFSC": "IC00000", </a:t>
            </a:r>
            <a:endParaRPr b="0" lang="en-IN" sz="1400" spc="-1" strike="noStrike">
              <a:solidFill>
                <a:srgbClr val="000000"/>
              </a:solidFill>
              <a:latin typeface="Arial"/>
            </a:endParaRPr>
          </a:p>
          <a:p>
            <a:pPr marL="365760" indent="-6480" defTabSz="914400">
              <a:lnSpc>
                <a:spcPct val="107000"/>
              </a:lnSpc>
              <a:spcAft>
                <a:spcPts val="14"/>
              </a:spcAft>
              <a:tabLst>
                <a:tab algn="l" pos="0"/>
              </a:tabLst>
            </a:pPr>
            <a:r>
              <a:rPr b="0" lang="en-IN" sz="1400" spc="-1" strike="noStrike">
                <a:solidFill>
                  <a:schemeClr val="dk1"/>
                </a:solidFill>
                <a:latin typeface="Mulish"/>
                <a:ea typeface="Calibri"/>
              </a:rPr>
              <a:t>     “</a:t>
            </a:r>
            <a:r>
              <a:rPr b="0" lang="en-IN" sz="1400" spc="-1" strike="noStrike">
                <a:solidFill>
                  <a:schemeClr val="dk1"/>
                </a:solidFill>
                <a:latin typeface="Mulish"/>
                <a:ea typeface="Calibri"/>
              </a:rPr>
              <a:t>validityStartDateTime”: ”29/12/2022 15:30:00”, </a:t>
            </a:r>
            <a:endParaRPr b="0" lang="en-IN" sz="1400" spc="-1" strike="noStrike">
              <a:solidFill>
                <a:srgbClr val="000000"/>
              </a:solidFill>
              <a:latin typeface="Arial"/>
            </a:endParaRPr>
          </a:p>
          <a:p>
            <a:pPr marL="356400" indent="-6480" defTabSz="914400">
              <a:lnSpc>
                <a:spcPct val="107000"/>
              </a:lnSpc>
              <a:spcAft>
                <a:spcPts val="14"/>
              </a:spcAft>
              <a:tabLst>
                <a:tab algn="l" pos="0"/>
              </a:tabLst>
            </a:pPr>
            <a:r>
              <a:rPr b="0" lang="en-IN" sz="1400" spc="-1" strike="noStrike">
                <a:solidFill>
                  <a:schemeClr val="dk1"/>
                </a:solidFill>
                <a:latin typeface="Mulish"/>
                <a:ea typeface="Calibri"/>
              </a:rPr>
              <a:t>    “</a:t>
            </a:r>
            <a:r>
              <a:rPr b="0" lang="en-IN" sz="1400" spc="-1" strike="noStrike">
                <a:solidFill>
                  <a:schemeClr val="dk1"/>
                </a:solidFill>
                <a:latin typeface="Mulish"/>
                <a:ea typeface="Calibri"/>
              </a:rPr>
              <a:t>validityEndDateTime”: ”29/12/2022 16:30:00”, </a:t>
            </a:r>
            <a:endParaRPr b="0" lang="en-IN" sz="1400" spc="-1" strike="noStrike">
              <a:solidFill>
                <a:srgbClr val="000000"/>
              </a:solidFill>
              <a:latin typeface="Arial"/>
            </a:endParaRPr>
          </a:p>
          <a:p>
            <a:pPr marL="356400" indent="-6480" defTabSz="914400">
              <a:lnSpc>
                <a:spcPct val="107000"/>
              </a:lnSpc>
              <a:spcAft>
                <a:spcPts val="14"/>
              </a:spcAft>
              <a:tabLst>
                <a:tab algn="l" pos="0"/>
              </a:tabLst>
            </a:pPr>
            <a:r>
              <a:rPr b="0" lang="en-IN" sz="1400" spc="-1" strike="noStrike">
                <a:solidFill>
                  <a:schemeClr val="dk1"/>
                </a:solidFill>
                <a:latin typeface="Mulish"/>
                <a:ea typeface="Calibri"/>
              </a:rPr>
              <a:t>    “</a:t>
            </a:r>
            <a:r>
              <a:rPr b="0" lang="en-IN" sz="1400" spc="-1" strike="noStrike">
                <a:solidFill>
                  <a:schemeClr val="dk1"/>
                </a:solidFill>
                <a:latin typeface="Mulish"/>
                <a:ea typeface="Calibri"/>
              </a:rPr>
              <a:t>update”: “N” </a:t>
            </a:r>
            <a:endParaRPr b="0" lang="en-IN" sz="1400" spc="-1" strike="noStrike">
              <a:solidFill>
                <a:srgbClr val="000000"/>
              </a:solidFill>
              <a:latin typeface="Arial"/>
            </a:endParaRPr>
          </a:p>
          <a:p>
            <a:pPr marL="356400" indent="-6480" defTabSz="914400">
              <a:lnSpc>
                <a:spcPct val="107000"/>
              </a:lnSpc>
              <a:tabLst>
                <a:tab algn="l" pos="0"/>
              </a:tabLst>
            </a:pPr>
            <a:r>
              <a:rPr b="0" lang="en-IN" sz="1400" spc="-1" strike="noStrike">
                <a:solidFill>
                  <a:schemeClr val="dk1"/>
                </a:solidFill>
                <a:latin typeface="Mulish"/>
                <a:ea typeface="Calibri"/>
              </a:rPr>
              <a:t>}     </a:t>
            </a:r>
            <a:endParaRPr b="0" lang="en-IN" sz="1400" spc="-1" strike="noStrike">
              <a:solidFill>
                <a:srgbClr val="000000"/>
              </a:solidFill>
              <a:latin typeface="Arial"/>
            </a:endParaRPr>
          </a:p>
        </p:txBody>
      </p:sp>
      <p:sp>
        <p:nvSpPr>
          <p:cNvPr id="160" name="Rectangle 4"/>
          <p:cNvSpPr/>
          <p:nvPr/>
        </p:nvSpPr>
        <p:spPr>
          <a:xfrm>
            <a:off x="4107240" y="2144160"/>
            <a:ext cx="6092640" cy="2158200"/>
          </a:xfrm>
          <a:prstGeom prst="rect">
            <a:avLst/>
          </a:prstGeom>
          <a:noFill/>
          <a:ln w="0">
            <a:noFill/>
          </a:ln>
        </p:spPr>
        <p:style>
          <a:lnRef idx="0"/>
          <a:fillRef idx="0"/>
          <a:effectRef idx="0"/>
          <a:fontRef idx="minor"/>
        </p:style>
        <p:txBody>
          <a:bodyPr lIns="90000" rIns="90000" tIns="45000" bIns="45000" anchor="t">
            <a:spAutoFit/>
          </a:bodyPr>
          <a:p>
            <a:pPr marL="446400" indent="-6480" defTabSz="914400">
              <a:lnSpc>
                <a:spcPct val="107000"/>
              </a:lnSpc>
              <a:spcAft>
                <a:spcPts val="14"/>
              </a:spcAft>
              <a:tabLst>
                <a:tab algn="l" pos="0"/>
              </a:tabLst>
            </a:pPr>
            <a:r>
              <a:rPr b="0" lang="en-IN" sz="1400" spc="-1" strike="noStrike">
                <a:solidFill>
                  <a:schemeClr val="dk1"/>
                </a:solidFill>
                <a:latin typeface="Mulish"/>
                <a:ea typeface="Calibri"/>
              </a:rPr>
              <a:t>{     </a:t>
            </a:r>
            <a:endParaRPr b="0" lang="en-IN" sz="1400" spc="-1" strike="noStrike">
              <a:solidFill>
                <a:srgbClr val="000000"/>
              </a:solidFill>
              <a:latin typeface="Arial"/>
            </a:endParaRPr>
          </a:p>
          <a:p>
            <a:pPr marL="446400" indent="-6480" defTabSz="914400">
              <a:lnSpc>
                <a:spcPct val="107000"/>
              </a:lnSpc>
              <a:spcAft>
                <a:spcPts val="14"/>
              </a:spcAft>
              <a:tabLst>
                <a:tab algn="l" pos="0"/>
              </a:tabLst>
            </a:pPr>
            <a:r>
              <a:rPr b="0" lang="en-IN" sz="1400" spc="-1" strike="noStrike">
                <a:solidFill>
                  <a:schemeClr val="dk1"/>
                </a:solidFill>
                <a:latin typeface="Mulish"/>
                <a:ea typeface="Calibri"/>
              </a:rPr>
              <a:t>"response":"0",     </a:t>
            </a:r>
            <a:endParaRPr b="0" lang="en-IN" sz="1400" spc="-1" strike="noStrike">
              <a:solidFill>
                <a:srgbClr val="000000"/>
              </a:solidFill>
              <a:latin typeface="Arial"/>
            </a:endParaRPr>
          </a:p>
          <a:p>
            <a:pPr marL="446400" indent="-6480" defTabSz="914400">
              <a:lnSpc>
                <a:spcPct val="107000"/>
              </a:lnSpc>
              <a:spcAft>
                <a:spcPts val="14"/>
              </a:spcAft>
              <a:tabLst>
                <a:tab algn="l" pos="0"/>
              </a:tabLst>
            </a:pPr>
            <a:r>
              <a:rPr b="0" lang="en-IN" sz="1400" spc="-1" strike="noStrike">
                <a:solidFill>
                  <a:schemeClr val="dk1"/>
                </a:solidFill>
                <a:latin typeface="Mulish"/>
                <a:ea typeface="Calibri"/>
              </a:rPr>
              <a:t>"merchantId":"118449",     </a:t>
            </a:r>
            <a:endParaRPr b="0" lang="en-IN" sz="1400" spc="-1" strike="noStrike">
              <a:solidFill>
                <a:srgbClr val="000000"/>
              </a:solidFill>
              <a:latin typeface="Arial"/>
            </a:endParaRPr>
          </a:p>
          <a:p>
            <a:pPr marL="446400" indent="-6480" defTabSz="914400">
              <a:lnSpc>
                <a:spcPct val="107000"/>
              </a:lnSpc>
              <a:spcAft>
                <a:spcPts val="14"/>
              </a:spcAft>
              <a:tabLst>
                <a:tab algn="l" pos="0"/>
              </a:tabLst>
            </a:pPr>
            <a:r>
              <a:rPr b="0" lang="en-IN" sz="1400" spc="-1" strike="noStrike">
                <a:solidFill>
                  <a:schemeClr val="dk1"/>
                </a:solidFill>
                <a:latin typeface="Mulish"/>
                <a:ea typeface="Calibri"/>
              </a:rPr>
              <a:t>"terminalId":"5411",     </a:t>
            </a:r>
            <a:endParaRPr b="0" lang="en-IN" sz="1400" spc="-1" strike="noStrike">
              <a:solidFill>
                <a:srgbClr val="000000"/>
              </a:solidFill>
              <a:latin typeface="Arial"/>
            </a:endParaRPr>
          </a:p>
          <a:p>
            <a:pPr marL="446400" indent="-6480" defTabSz="914400">
              <a:lnSpc>
                <a:spcPct val="107000"/>
              </a:lnSpc>
              <a:spcAft>
                <a:spcPts val="14"/>
              </a:spcAft>
              <a:tabLst>
                <a:tab algn="l" pos="0"/>
              </a:tabLst>
            </a:pPr>
            <a:r>
              <a:rPr b="0" lang="en-IN" sz="1400" spc="-1" strike="noStrike">
                <a:solidFill>
                  <a:schemeClr val="dk1"/>
                </a:solidFill>
                <a:latin typeface="Mulish"/>
                <a:ea typeface="Calibri"/>
              </a:rPr>
              <a:t>"success":"true",     </a:t>
            </a:r>
            <a:endParaRPr b="0" lang="en-IN" sz="1400" spc="-1" strike="noStrike">
              <a:solidFill>
                <a:srgbClr val="000000"/>
              </a:solidFill>
              <a:latin typeface="Arial"/>
            </a:endParaRPr>
          </a:p>
          <a:p>
            <a:pPr marL="446400" indent="-6480" defTabSz="914400">
              <a:lnSpc>
                <a:spcPct val="107000"/>
              </a:lnSpc>
              <a:spcAft>
                <a:spcPts val="14"/>
              </a:spcAft>
              <a:tabLst>
                <a:tab algn="l" pos="0"/>
              </a:tabLst>
            </a:pPr>
            <a:r>
              <a:rPr b="0" lang="en-IN" sz="1400" spc="-1" strike="noStrike">
                <a:solidFill>
                  <a:schemeClr val="dk1"/>
                </a:solidFill>
                <a:latin typeface="Mulish"/>
                <a:ea typeface="Calibri"/>
              </a:rPr>
              <a:t>"message":"Transaction Initiated",     </a:t>
            </a:r>
            <a:endParaRPr b="0" lang="en-IN" sz="1400" spc="-1" strike="noStrike">
              <a:solidFill>
                <a:srgbClr val="000000"/>
              </a:solidFill>
              <a:latin typeface="Arial"/>
            </a:endParaRPr>
          </a:p>
          <a:p>
            <a:pPr marL="446400" indent="-6480" defTabSz="914400">
              <a:lnSpc>
                <a:spcPct val="107000"/>
              </a:lnSpc>
              <a:spcAft>
                <a:spcPts val="14"/>
              </a:spcAft>
              <a:tabLst>
                <a:tab algn="l" pos="0"/>
              </a:tabLst>
            </a:pPr>
            <a:r>
              <a:rPr b="0" lang="en-IN" sz="1400" spc="-1" strike="noStrike">
                <a:solidFill>
                  <a:schemeClr val="dk1"/>
                </a:solidFill>
                <a:latin typeface="Mulish"/>
                <a:ea typeface="Calibri"/>
              </a:rPr>
              <a:t>"merchantTranId":" p0nillp0k9lqlp091p17",     </a:t>
            </a:r>
            <a:endParaRPr b="0" lang="en-IN" sz="1400" spc="-1" strike="noStrike">
              <a:solidFill>
                <a:srgbClr val="000000"/>
              </a:solidFill>
              <a:latin typeface="Arial"/>
            </a:endParaRPr>
          </a:p>
          <a:p>
            <a:pPr marL="446400" indent="-6480" defTabSz="914400">
              <a:lnSpc>
                <a:spcPct val="107000"/>
              </a:lnSpc>
              <a:spcAft>
                <a:spcPts val="14"/>
              </a:spcAft>
              <a:tabLst>
                <a:tab algn="l" pos="0"/>
              </a:tabLst>
            </a:pPr>
            <a:r>
              <a:rPr b="0" lang="en-IN" sz="1400" spc="-1" strike="noStrike">
                <a:solidFill>
                  <a:schemeClr val="dk1"/>
                </a:solidFill>
                <a:latin typeface="Mulish"/>
                <a:ea typeface="Calibri"/>
              </a:rPr>
              <a:t>"refId":"EZY286844327832”, </a:t>
            </a:r>
            <a:endParaRPr b="0" lang="en-IN" sz="1400" spc="-1" strike="noStrike">
              <a:solidFill>
                <a:srgbClr val="000000"/>
              </a:solidFill>
              <a:latin typeface="Arial"/>
            </a:endParaRPr>
          </a:p>
          <a:p>
            <a:pPr marL="446400" indent="-6480" defTabSz="914400">
              <a:lnSpc>
                <a:spcPct val="107000"/>
              </a:lnSpc>
              <a:spcAft>
                <a:spcPts val="14"/>
              </a:spcAft>
              <a:tabLst>
                <a:tab algn="l" pos="0"/>
              </a:tabLst>
            </a:pPr>
            <a:r>
              <a:rPr b="0" lang="en-IN" sz="1400" spc="-1" strike="noStrike">
                <a:solidFill>
                  <a:schemeClr val="dk1"/>
                </a:solidFill>
                <a:latin typeface="Mulish"/>
                <a:ea typeface="Calibri"/>
              </a:rPr>
              <a:t>}     </a:t>
            </a:r>
            <a:endParaRPr b="0" lang="en-IN" sz="1400" spc="-1" strike="noStrike">
              <a:solidFill>
                <a:srgbClr val="000000"/>
              </a:solidFill>
              <a:latin typeface="Arial"/>
            </a:endParaRPr>
          </a:p>
        </p:txBody>
      </p:sp>
      <p:sp>
        <p:nvSpPr>
          <p:cNvPr id="161" name="Rectangle 5"/>
          <p:cNvSpPr/>
          <p:nvPr/>
        </p:nvSpPr>
        <p:spPr>
          <a:xfrm>
            <a:off x="7944840" y="1331280"/>
            <a:ext cx="4876560" cy="3348720"/>
          </a:xfrm>
          <a:prstGeom prst="rect">
            <a:avLst/>
          </a:prstGeom>
          <a:noFill/>
          <a:ln w="0">
            <a:noFill/>
          </a:ln>
        </p:spPr>
        <p:style>
          <a:lnRef idx="0"/>
          <a:fillRef idx="0"/>
          <a:effectRef idx="0"/>
          <a:fontRef idx="minor"/>
        </p:style>
        <p:txBody>
          <a:bodyPr lIns="90000" rIns="90000" tIns="45000" bIns="45000" anchor="t">
            <a:spAutoFit/>
          </a:bodyPr>
          <a:p>
            <a:pPr marL="365760" indent="-6480" defTabSz="914400">
              <a:lnSpc>
                <a:spcPct val="108000"/>
              </a:lnSpc>
              <a:spcAft>
                <a:spcPts val="20"/>
              </a:spcAft>
              <a:tabLst>
                <a:tab algn="l" pos="0"/>
              </a:tabLst>
            </a:pPr>
            <a:r>
              <a:rPr b="0" lang="en-IN" sz="1400" spc="-1" strike="noStrike">
                <a:solidFill>
                  <a:schemeClr val="dk1"/>
                </a:solidFill>
                <a:latin typeface="Mulish"/>
                <a:ea typeface="Calibri"/>
              </a:rPr>
              <a:t>{     </a:t>
            </a:r>
            <a:endParaRPr b="0" lang="en-IN" sz="1400" spc="-1" strike="noStrike">
              <a:solidFill>
                <a:srgbClr val="000000"/>
              </a:solidFill>
              <a:latin typeface="Arial"/>
            </a:endParaRPr>
          </a:p>
          <a:p>
            <a:pPr marL="365760" indent="-6480" defTabSz="914400">
              <a:lnSpc>
                <a:spcPct val="108000"/>
              </a:lnSpc>
              <a:spcAft>
                <a:spcPts val="20"/>
              </a:spcAft>
              <a:tabLst>
                <a:tab algn="l" pos="0"/>
              </a:tabLst>
            </a:pPr>
            <a:r>
              <a:rPr b="0" lang="en-IN" sz="1400" spc="-1" strike="noStrike">
                <a:solidFill>
                  <a:schemeClr val="dk1"/>
                </a:solidFill>
                <a:latin typeface="Mulish"/>
                <a:ea typeface="Calibri"/>
              </a:rPr>
              <a:t>    </a:t>
            </a:r>
            <a:r>
              <a:rPr b="0" lang="en-IN" sz="1400" spc="-1" strike="noStrike">
                <a:solidFill>
                  <a:schemeClr val="dk1"/>
                </a:solidFill>
                <a:latin typeface="Mulish"/>
                <a:ea typeface="Calibri"/>
              </a:rPr>
              <a:t>"merchantId" : "401491",      </a:t>
            </a:r>
            <a:endParaRPr b="0" lang="en-IN" sz="1400" spc="-1" strike="noStrike">
              <a:solidFill>
                <a:srgbClr val="000000"/>
              </a:solidFill>
              <a:latin typeface="Arial"/>
            </a:endParaRPr>
          </a:p>
          <a:p>
            <a:pPr marL="365760" indent="-6480" defTabSz="914400">
              <a:lnSpc>
                <a:spcPct val="108000"/>
              </a:lnSpc>
              <a:spcAft>
                <a:spcPts val="20"/>
              </a:spcAft>
              <a:tabLst>
                <a:tab algn="l" pos="0"/>
              </a:tabLst>
            </a:pPr>
            <a:r>
              <a:rPr b="0" lang="en-IN" sz="1400" spc="-1" strike="noStrike">
                <a:solidFill>
                  <a:schemeClr val="dk1"/>
                </a:solidFill>
                <a:latin typeface="Mulish"/>
                <a:ea typeface="Calibri"/>
              </a:rPr>
              <a:t>   </a:t>
            </a:r>
            <a:r>
              <a:rPr b="0" lang="en-IN" sz="1400" spc="-1" strike="noStrike">
                <a:solidFill>
                  <a:schemeClr val="dk1"/>
                </a:solidFill>
                <a:latin typeface="Mulish"/>
                <a:ea typeface="Calibri"/>
              </a:rPr>
              <a:t>"subMerchantId" : "401491",      </a:t>
            </a:r>
            <a:endParaRPr b="0" lang="en-IN" sz="1400" spc="-1" strike="noStrike">
              <a:solidFill>
                <a:srgbClr val="000000"/>
              </a:solidFill>
              <a:latin typeface="Arial"/>
            </a:endParaRPr>
          </a:p>
          <a:p>
            <a:pPr marL="365760" indent="-6480" defTabSz="914400">
              <a:lnSpc>
                <a:spcPct val="108000"/>
              </a:lnSpc>
              <a:spcAft>
                <a:spcPts val="20"/>
              </a:spcAft>
              <a:tabLst>
                <a:tab algn="l" pos="0"/>
              </a:tabLst>
            </a:pPr>
            <a:r>
              <a:rPr b="0" lang="en-IN" sz="1400" spc="-1" strike="noStrike">
                <a:solidFill>
                  <a:schemeClr val="dk1"/>
                </a:solidFill>
                <a:latin typeface="Mulish"/>
                <a:ea typeface="Calibri"/>
              </a:rPr>
              <a:t>   </a:t>
            </a:r>
            <a:r>
              <a:rPr b="0" lang="en-IN" sz="1400" spc="-1" strike="noStrike">
                <a:solidFill>
                  <a:schemeClr val="dk1"/>
                </a:solidFill>
                <a:latin typeface="Mulish"/>
                <a:ea typeface="Calibri"/>
              </a:rPr>
              <a:t>"terminalId" : "5411",      </a:t>
            </a:r>
            <a:endParaRPr b="0" lang="en-IN" sz="1400" spc="-1" strike="noStrike">
              <a:solidFill>
                <a:srgbClr val="000000"/>
              </a:solidFill>
              <a:latin typeface="Arial"/>
            </a:endParaRPr>
          </a:p>
          <a:p>
            <a:pPr marL="365760" indent="-6480" defTabSz="914400">
              <a:lnSpc>
                <a:spcPct val="108000"/>
              </a:lnSpc>
              <a:spcAft>
                <a:spcPts val="20"/>
              </a:spcAft>
              <a:tabLst>
                <a:tab algn="l" pos="0"/>
              </a:tabLst>
            </a:pPr>
            <a:r>
              <a:rPr b="0" lang="en-IN" sz="1400" spc="-1" strike="noStrike">
                <a:solidFill>
                  <a:schemeClr val="dk1"/>
                </a:solidFill>
                <a:latin typeface="Mulish"/>
                <a:ea typeface="Calibri"/>
              </a:rPr>
              <a:t>   </a:t>
            </a:r>
            <a:r>
              <a:rPr b="0" lang="en-IN" sz="1400" spc="-1" strike="noStrike">
                <a:solidFill>
                  <a:schemeClr val="dk1"/>
                </a:solidFill>
                <a:latin typeface="Mulish"/>
                <a:ea typeface="Calibri"/>
              </a:rPr>
              <a:t>"BankRRN" : "615519221396",      </a:t>
            </a:r>
            <a:endParaRPr b="0" lang="en-IN" sz="1400" spc="-1" strike="noStrike">
              <a:solidFill>
                <a:srgbClr val="000000"/>
              </a:solidFill>
              <a:latin typeface="Arial"/>
            </a:endParaRPr>
          </a:p>
          <a:p>
            <a:pPr marL="365760" indent="-6480" defTabSz="914400">
              <a:lnSpc>
                <a:spcPct val="108000"/>
              </a:lnSpc>
              <a:spcAft>
                <a:spcPts val="20"/>
              </a:spcAft>
              <a:tabLst>
                <a:tab algn="l" pos="0"/>
              </a:tabLst>
            </a:pPr>
            <a:r>
              <a:rPr b="0" lang="en-IN" sz="1400" spc="-1" strike="noStrike">
                <a:solidFill>
                  <a:schemeClr val="dk1"/>
                </a:solidFill>
                <a:latin typeface="Mulish"/>
                <a:ea typeface="Calibri"/>
              </a:rPr>
              <a:t>   </a:t>
            </a:r>
            <a:r>
              <a:rPr b="0" lang="en-IN" sz="1400" spc="-1" strike="noStrike">
                <a:solidFill>
                  <a:schemeClr val="dk1"/>
                </a:solidFill>
                <a:latin typeface="Mulish"/>
                <a:ea typeface="Calibri"/>
              </a:rPr>
              <a:t>"merchantTranId" : " p0nillp0k9lqlp091p17 ",      </a:t>
            </a:r>
            <a:endParaRPr b="0" lang="en-IN" sz="1400" spc="-1" strike="noStrike">
              <a:solidFill>
                <a:srgbClr val="000000"/>
              </a:solidFill>
              <a:latin typeface="Arial"/>
            </a:endParaRPr>
          </a:p>
          <a:p>
            <a:pPr marL="365760" indent="-6480" defTabSz="914400">
              <a:lnSpc>
                <a:spcPct val="108000"/>
              </a:lnSpc>
              <a:spcAft>
                <a:spcPts val="20"/>
              </a:spcAft>
              <a:tabLst>
                <a:tab algn="l" pos="0"/>
              </a:tabLst>
            </a:pPr>
            <a:r>
              <a:rPr b="0" lang="en-IN" sz="1400" spc="-1" strike="noStrike">
                <a:solidFill>
                  <a:schemeClr val="dk1"/>
                </a:solidFill>
                <a:latin typeface="Mulish"/>
                <a:ea typeface="Calibri"/>
              </a:rPr>
              <a:t>   </a:t>
            </a:r>
            <a:r>
              <a:rPr b="0" lang="en-IN" sz="1400" spc="-1" strike="noStrike">
                <a:solidFill>
                  <a:schemeClr val="dk1"/>
                </a:solidFill>
                <a:latin typeface="Mulish"/>
                <a:ea typeface="Calibri"/>
              </a:rPr>
              <a:t>"PayerName" : "hhjjj",      </a:t>
            </a:r>
            <a:endParaRPr b="0" lang="en-IN" sz="1400" spc="-1" strike="noStrike">
              <a:solidFill>
                <a:srgbClr val="000000"/>
              </a:solidFill>
              <a:latin typeface="Arial"/>
            </a:endParaRPr>
          </a:p>
          <a:p>
            <a:pPr marL="365760" indent="-6480" defTabSz="914400">
              <a:lnSpc>
                <a:spcPct val="108000"/>
              </a:lnSpc>
              <a:spcAft>
                <a:spcPts val="20"/>
              </a:spcAft>
              <a:tabLst>
                <a:tab algn="l" pos="0"/>
              </a:tabLst>
            </a:pPr>
            <a:r>
              <a:rPr b="0" lang="en-IN" sz="1400" spc="-1" strike="noStrike">
                <a:solidFill>
                  <a:schemeClr val="dk1"/>
                </a:solidFill>
                <a:latin typeface="Mulish"/>
                <a:ea typeface="Calibri"/>
              </a:rPr>
              <a:t>   </a:t>
            </a:r>
            <a:r>
              <a:rPr b="0" lang="en-IN" sz="1400" spc="-1" strike="noStrike">
                <a:solidFill>
                  <a:schemeClr val="dk1"/>
                </a:solidFill>
                <a:latin typeface="Mulish"/>
                <a:ea typeface="Calibri"/>
              </a:rPr>
              <a:t>"PayerMobile" : “0000000000",      </a:t>
            </a:r>
            <a:endParaRPr b="0" lang="en-IN" sz="1400" spc="-1" strike="noStrike">
              <a:solidFill>
                <a:srgbClr val="000000"/>
              </a:solidFill>
              <a:latin typeface="Arial"/>
            </a:endParaRPr>
          </a:p>
          <a:p>
            <a:pPr marL="365760" indent="-6480" defTabSz="914400">
              <a:lnSpc>
                <a:spcPct val="108000"/>
              </a:lnSpc>
              <a:spcAft>
                <a:spcPts val="20"/>
              </a:spcAft>
              <a:tabLst>
                <a:tab algn="l" pos="0"/>
              </a:tabLst>
            </a:pPr>
            <a:r>
              <a:rPr b="0" lang="en-IN" sz="1400" spc="-1" strike="noStrike">
                <a:solidFill>
                  <a:schemeClr val="dk1"/>
                </a:solidFill>
                <a:latin typeface="Mulish"/>
                <a:ea typeface="Calibri"/>
              </a:rPr>
              <a:t>   </a:t>
            </a:r>
            <a:r>
              <a:rPr b="0" lang="en-IN" sz="1400" spc="-1" strike="noStrike">
                <a:solidFill>
                  <a:schemeClr val="dk1"/>
                </a:solidFill>
                <a:latin typeface="Mulish"/>
                <a:ea typeface="Calibri"/>
              </a:rPr>
              <a:t>"PayerVA" : "testing1@imobile",      </a:t>
            </a:r>
            <a:endParaRPr b="0" lang="en-IN" sz="1400" spc="-1" strike="noStrike">
              <a:solidFill>
                <a:srgbClr val="000000"/>
              </a:solidFill>
              <a:latin typeface="Arial"/>
            </a:endParaRPr>
          </a:p>
          <a:p>
            <a:pPr marL="365760" indent="-6480" defTabSz="914400">
              <a:lnSpc>
                <a:spcPct val="108000"/>
              </a:lnSpc>
              <a:spcAft>
                <a:spcPts val="20"/>
              </a:spcAft>
              <a:tabLst>
                <a:tab algn="l" pos="0"/>
              </a:tabLst>
            </a:pPr>
            <a:r>
              <a:rPr b="0" lang="en-IN" sz="1400" spc="-1" strike="noStrike">
                <a:solidFill>
                  <a:schemeClr val="dk1"/>
                </a:solidFill>
                <a:latin typeface="Mulish"/>
                <a:ea typeface="Calibri"/>
              </a:rPr>
              <a:t>   </a:t>
            </a:r>
            <a:r>
              <a:rPr b="0" lang="en-IN" sz="1400" spc="-1" strike="noStrike">
                <a:solidFill>
                  <a:schemeClr val="dk1"/>
                </a:solidFill>
                <a:latin typeface="Mulish"/>
                <a:ea typeface="Calibri"/>
              </a:rPr>
              <a:t>"PayerAmount" : "12",      </a:t>
            </a:r>
            <a:endParaRPr b="0" lang="en-IN" sz="1400" spc="-1" strike="noStrike">
              <a:solidFill>
                <a:srgbClr val="000000"/>
              </a:solidFill>
              <a:latin typeface="Arial"/>
            </a:endParaRPr>
          </a:p>
          <a:p>
            <a:pPr marL="365760" indent="-6480" defTabSz="914400">
              <a:lnSpc>
                <a:spcPct val="108000"/>
              </a:lnSpc>
              <a:spcAft>
                <a:spcPts val="20"/>
              </a:spcAft>
              <a:tabLst>
                <a:tab algn="l" pos="0"/>
              </a:tabLst>
            </a:pPr>
            <a:r>
              <a:rPr b="0" lang="en-IN" sz="1400" spc="-1" strike="noStrike">
                <a:solidFill>
                  <a:schemeClr val="dk1"/>
                </a:solidFill>
                <a:latin typeface="Mulish"/>
                <a:ea typeface="Calibri"/>
              </a:rPr>
              <a:t>   </a:t>
            </a:r>
            <a:r>
              <a:rPr b="0" lang="en-IN" sz="1400" spc="-1" strike="noStrike">
                <a:solidFill>
                  <a:schemeClr val="dk1"/>
                </a:solidFill>
                <a:latin typeface="Mulish"/>
                <a:ea typeface="Calibri"/>
              </a:rPr>
              <a:t>"TxnStatus" : "SUCCESS",      </a:t>
            </a:r>
            <a:endParaRPr b="0" lang="en-IN" sz="1400" spc="-1" strike="noStrike">
              <a:solidFill>
                <a:srgbClr val="000000"/>
              </a:solidFill>
              <a:latin typeface="Arial"/>
            </a:endParaRPr>
          </a:p>
          <a:p>
            <a:pPr marL="365760" indent="-6480" defTabSz="914400">
              <a:lnSpc>
                <a:spcPct val="108000"/>
              </a:lnSpc>
              <a:spcAft>
                <a:spcPts val="20"/>
              </a:spcAft>
              <a:tabLst>
                <a:tab algn="l" pos="0"/>
              </a:tabLst>
            </a:pPr>
            <a:r>
              <a:rPr b="0" lang="en-IN" sz="1400" spc="-1" strike="noStrike">
                <a:solidFill>
                  <a:schemeClr val="dk1"/>
                </a:solidFill>
                <a:latin typeface="Mulish"/>
                <a:ea typeface="Calibri"/>
              </a:rPr>
              <a:t>   </a:t>
            </a:r>
            <a:r>
              <a:rPr b="0" lang="en-IN" sz="1400" spc="-1" strike="noStrike">
                <a:solidFill>
                  <a:schemeClr val="dk1"/>
                </a:solidFill>
                <a:latin typeface="Mulish"/>
                <a:ea typeface="Calibri"/>
              </a:rPr>
              <a:t>"TxnInitDate" : "201904085142352",      </a:t>
            </a:r>
            <a:endParaRPr b="0" lang="en-IN" sz="1400" spc="-1" strike="noStrike">
              <a:solidFill>
                <a:srgbClr val="000000"/>
              </a:solidFill>
              <a:latin typeface="Arial"/>
            </a:endParaRPr>
          </a:p>
          <a:p>
            <a:pPr marL="365760" indent="-6480" defTabSz="914400">
              <a:lnSpc>
                <a:spcPct val="108000"/>
              </a:lnSpc>
              <a:spcAft>
                <a:spcPts val="20"/>
              </a:spcAft>
              <a:tabLst>
                <a:tab algn="l" pos="0"/>
              </a:tabLst>
            </a:pPr>
            <a:r>
              <a:rPr b="0" lang="en-IN" sz="1400" spc="-1" strike="noStrike">
                <a:solidFill>
                  <a:schemeClr val="dk1"/>
                </a:solidFill>
                <a:latin typeface="Mulish"/>
                <a:ea typeface="Calibri"/>
              </a:rPr>
              <a:t>   </a:t>
            </a:r>
            <a:r>
              <a:rPr b="0" lang="en-IN" sz="1400" spc="-1" strike="noStrike">
                <a:solidFill>
                  <a:schemeClr val="dk1"/>
                </a:solidFill>
                <a:latin typeface="Mulish"/>
                <a:ea typeface="Calibri"/>
              </a:rPr>
              <a:t>"TxnCompletionDate" : "20190408142352"     </a:t>
            </a:r>
            <a:endParaRPr b="0" lang="en-IN" sz="1400" spc="-1" strike="noStrike">
              <a:solidFill>
                <a:srgbClr val="000000"/>
              </a:solidFill>
              <a:latin typeface="Arial"/>
            </a:endParaRPr>
          </a:p>
          <a:p>
            <a:pPr marL="365760" indent="-6480" defTabSz="914400">
              <a:lnSpc>
                <a:spcPct val="108000"/>
              </a:lnSpc>
              <a:spcAft>
                <a:spcPts val="20"/>
              </a:spcAft>
              <a:tabLst>
                <a:tab algn="l" pos="0"/>
              </a:tabLst>
            </a:pPr>
            <a:r>
              <a:rPr b="0" lang="en-IN" sz="1400" spc="-1" strike="noStrike">
                <a:solidFill>
                  <a:schemeClr val="dk1"/>
                </a:solidFill>
                <a:latin typeface="Mulish"/>
                <a:ea typeface="Calibri"/>
              </a:rPr>
              <a:t>    </a:t>
            </a:r>
            <a:r>
              <a:rPr b="0" lang="en-IN" sz="1400" spc="-1" strike="noStrike">
                <a:solidFill>
                  <a:schemeClr val="dk1"/>
                </a:solidFill>
                <a:latin typeface="Mulish"/>
                <a:ea typeface="Calibri"/>
              </a:rPr>
              <a:t>}</a:t>
            </a:r>
            <a:r>
              <a:rPr b="0" lang="en-IN" sz="1400" spc="-1" strike="noStrike">
                <a:solidFill>
                  <a:schemeClr val="dk1"/>
                </a:solidFill>
                <a:latin typeface="Mulish"/>
                <a:ea typeface="Times New Roman"/>
              </a:rPr>
              <a:t> </a:t>
            </a:r>
            <a:r>
              <a:rPr b="0" lang="en-IN" sz="1400" spc="-1" strike="noStrike">
                <a:solidFill>
                  <a:schemeClr val="dk1"/>
                </a:solidFill>
                <a:latin typeface="Mulish"/>
                <a:ea typeface="Calibri"/>
              </a:rPr>
              <a:t>      </a:t>
            </a:r>
            <a:endParaRPr b="0" lang="en-IN" sz="1400" spc="-1" strike="noStrike">
              <a:solidFill>
                <a:srgbClr val="000000"/>
              </a:solidFill>
              <a:latin typeface="Arial"/>
            </a:endParaRPr>
          </a:p>
        </p:txBody>
      </p:sp>
      <p:sp>
        <p:nvSpPr>
          <p:cNvPr id="162" name="Rectangle 7"/>
          <p:cNvSpPr/>
          <p:nvPr/>
        </p:nvSpPr>
        <p:spPr>
          <a:xfrm>
            <a:off x="773280" y="1047240"/>
            <a:ext cx="2895120" cy="334800"/>
          </a:xfrm>
          <a:prstGeom prst="rect">
            <a:avLst/>
          </a:prstGeom>
          <a:gradFill rotWithShape="0">
            <a:gsLst>
              <a:gs pos="0">
                <a:srgbClr val="bd5800"/>
              </a:gs>
              <a:gs pos="80000">
                <a:srgbClr val="f57300"/>
              </a:gs>
              <a:gs pos="100000">
                <a:srgbClr val="f67200"/>
              </a:gs>
            </a:gsLst>
            <a:lin ang="16200000"/>
          </a:gradFill>
          <a:ln w="0">
            <a:noFill/>
          </a:ln>
          <a:effectLst>
            <a:outerShdw blurRad="39960" dir="5400000" dist="23040" rotWithShape="0">
              <a:srgbClr val="000000">
                <a:alpha val="35000"/>
              </a:srgbClr>
            </a:outerShdw>
          </a:effectLst>
        </p:spPr>
        <p:style>
          <a:lnRef idx="0">
            <a:schemeClr val="accent1"/>
          </a:lnRef>
          <a:fillRef idx="3">
            <a:schemeClr val="accent1"/>
          </a:fillRef>
          <a:effectRef idx="3">
            <a:schemeClr val="accent1"/>
          </a:effectRef>
          <a:fontRef idx="minor"/>
        </p:style>
        <p:txBody>
          <a:bodyPr lIns="90000" rIns="90000" tIns="45000" bIns="45000" anchor="ctr">
            <a:noAutofit/>
          </a:bodyPr>
          <a:p>
            <a:pPr algn="ctr" defTabSz="914400">
              <a:lnSpc>
                <a:spcPct val="100000"/>
              </a:lnSpc>
            </a:pPr>
            <a:r>
              <a:rPr b="1" lang="en-US" sz="1900" spc="-1" strike="noStrike">
                <a:solidFill>
                  <a:schemeClr val="lt1"/>
                </a:solidFill>
                <a:latin typeface="Zurich BT"/>
              </a:rPr>
              <a:t>Request from Merchant</a:t>
            </a:r>
            <a:endParaRPr b="0" lang="en-IN" sz="1900" spc="-1" strike="noStrike">
              <a:solidFill>
                <a:srgbClr val="000000"/>
              </a:solidFill>
              <a:latin typeface="Arial"/>
            </a:endParaRPr>
          </a:p>
        </p:txBody>
      </p:sp>
      <p:sp>
        <p:nvSpPr>
          <p:cNvPr id="163" name="Rectangle 40"/>
          <p:cNvSpPr/>
          <p:nvPr/>
        </p:nvSpPr>
        <p:spPr>
          <a:xfrm>
            <a:off x="4818240" y="1047240"/>
            <a:ext cx="2895120" cy="334800"/>
          </a:xfrm>
          <a:prstGeom prst="rect">
            <a:avLst/>
          </a:prstGeom>
          <a:gradFill rotWithShape="0">
            <a:gsLst>
              <a:gs pos="0">
                <a:srgbClr val="bd5800"/>
              </a:gs>
              <a:gs pos="80000">
                <a:srgbClr val="f57300"/>
              </a:gs>
              <a:gs pos="100000">
                <a:srgbClr val="f67200"/>
              </a:gs>
            </a:gsLst>
            <a:lin ang="16200000"/>
          </a:gradFill>
          <a:ln w="0">
            <a:noFill/>
          </a:ln>
          <a:effectLst>
            <a:outerShdw blurRad="39960" dir="5400000" dist="23040" rotWithShape="0">
              <a:srgbClr val="000000">
                <a:alpha val="35000"/>
              </a:srgbClr>
            </a:outerShdw>
          </a:effectLst>
        </p:spPr>
        <p:style>
          <a:lnRef idx="0">
            <a:schemeClr val="accent1"/>
          </a:lnRef>
          <a:fillRef idx="3">
            <a:schemeClr val="accent1"/>
          </a:fillRef>
          <a:effectRef idx="3">
            <a:schemeClr val="accent1"/>
          </a:effectRef>
          <a:fontRef idx="minor"/>
        </p:style>
        <p:txBody>
          <a:bodyPr lIns="90000" rIns="90000" tIns="45000" bIns="45000" anchor="ctr">
            <a:noAutofit/>
          </a:bodyPr>
          <a:p>
            <a:pPr algn="ctr" defTabSz="914400">
              <a:lnSpc>
                <a:spcPct val="100000"/>
              </a:lnSpc>
            </a:pPr>
            <a:r>
              <a:rPr b="1" lang="en-US" sz="1900" spc="-1" strike="noStrike">
                <a:solidFill>
                  <a:schemeClr val="lt1"/>
                </a:solidFill>
                <a:latin typeface="Zurich BT"/>
              </a:rPr>
              <a:t>Response by ICICI</a:t>
            </a:r>
            <a:endParaRPr b="0" lang="en-IN" sz="1900" spc="-1" strike="noStrike">
              <a:solidFill>
                <a:srgbClr val="000000"/>
              </a:solidFill>
              <a:latin typeface="Arial"/>
            </a:endParaRPr>
          </a:p>
        </p:txBody>
      </p:sp>
      <p:sp>
        <p:nvSpPr>
          <p:cNvPr id="164" name="Rectangle 41"/>
          <p:cNvSpPr/>
          <p:nvPr/>
        </p:nvSpPr>
        <p:spPr>
          <a:xfrm>
            <a:off x="8658360" y="1047240"/>
            <a:ext cx="2895120" cy="334800"/>
          </a:xfrm>
          <a:prstGeom prst="rect">
            <a:avLst/>
          </a:prstGeom>
          <a:gradFill rotWithShape="0">
            <a:gsLst>
              <a:gs pos="0">
                <a:srgbClr val="bd5800"/>
              </a:gs>
              <a:gs pos="80000">
                <a:srgbClr val="f57300"/>
              </a:gs>
              <a:gs pos="100000">
                <a:srgbClr val="f67200"/>
              </a:gs>
            </a:gsLst>
            <a:lin ang="16200000"/>
          </a:gradFill>
          <a:ln w="0">
            <a:noFill/>
          </a:ln>
          <a:effectLst>
            <a:outerShdw blurRad="39960" dir="5400000" dist="23040" rotWithShape="0">
              <a:srgbClr val="000000">
                <a:alpha val="35000"/>
              </a:srgbClr>
            </a:outerShdw>
          </a:effectLst>
        </p:spPr>
        <p:style>
          <a:lnRef idx="0">
            <a:schemeClr val="accent1"/>
          </a:lnRef>
          <a:fillRef idx="3">
            <a:schemeClr val="accent1"/>
          </a:fillRef>
          <a:effectRef idx="3">
            <a:schemeClr val="accent1"/>
          </a:effectRef>
          <a:fontRef idx="minor"/>
        </p:style>
        <p:txBody>
          <a:bodyPr lIns="90000" rIns="90000" tIns="45000" bIns="45000" anchor="ctr">
            <a:noAutofit/>
          </a:bodyPr>
          <a:p>
            <a:pPr algn="ctr" defTabSz="914400">
              <a:lnSpc>
                <a:spcPct val="100000"/>
              </a:lnSpc>
            </a:pPr>
            <a:r>
              <a:rPr b="1" lang="en-US" sz="1900" spc="-1" strike="noStrike">
                <a:solidFill>
                  <a:schemeClr val="lt1"/>
                </a:solidFill>
                <a:latin typeface="Zurich BT"/>
              </a:rPr>
              <a:t>Callback by ICICI</a:t>
            </a:r>
            <a:endParaRPr b="0" lang="en-IN" sz="1900" spc="-1" strike="noStrike">
              <a:solidFill>
                <a:srgbClr val="000000"/>
              </a:solidFill>
              <a:latin typeface="Arial"/>
            </a:endParaRPr>
          </a:p>
        </p:txBody>
      </p:sp>
      <p:sp>
        <p:nvSpPr>
          <p:cNvPr id="165" name="TextBox 15"/>
          <p:cNvSpPr/>
          <p:nvPr/>
        </p:nvSpPr>
        <p:spPr>
          <a:xfrm>
            <a:off x="2181240" y="4750200"/>
            <a:ext cx="2087640" cy="303120"/>
          </a:xfrm>
          <a:prstGeom prst="rect">
            <a:avLst/>
          </a:prstGeom>
          <a:noFill/>
          <a:ln w="0">
            <a:noFill/>
          </a:ln>
        </p:spPr>
        <p:style>
          <a:lnRef idx="0"/>
          <a:fillRef idx="0"/>
          <a:effectRef idx="0"/>
          <a:fontRef idx="minor"/>
        </p:style>
        <p:txBody>
          <a:bodyPr lIns="90000" rIns="90000" tIns="45000" bIns="45000" anchor="t">
            <a:spAutoFit/>
          </a:bodyPr>
          <a:p>
            <a:pPr defTabSz="914400">
              <a:lnSpc>
                <a:spcPct val="100000"/>
              </a:lnSpc>
            </a:pPr>
            <a:r>
              <a:rPr b="1" i="1" lang="en-US" sz="1400" spc="-1" strike="noStrike" u="sng">
                <a:solidFill>
                  <a:schemeClr val="dk2"/>
                </a:solidFill>
                <a:uFillTx/>
                <a:latin typeface="Mulish"/>
              </a:rPr>
              <a:t>*Optional Parameters</a:t>
            </a:r>
            <a:endParaRPr b="0" lang="en-IN" sz="1400" spc="-1" strike="noStrike">
              <a:solidFill>
                <a:srgbClr val="000000"/>
              </a:solidFill>
              <a:latin typeface="Arial"/>
            </a:endParaRPr>
          </a:p>
        </p:txBody>
      </p:sp>
      <p:sp>
        <p:nvSpPr>
          <p:cNvPr id="166" name="Rectangle 10"/>
          <p:cNvSpPr/>
          <p:nvPr/>
        </p:nvSpPr>
        <p:spPr>
          <a:xfrm>
            <a:off x="276120" y="2961720"/>
            <a:ext cx="4038120" cy="1501920"/>
          </a:xfrm>
          <a:prstGeom prst="rect">
            <a:avLst/>
          </a:prstGeom>
          <a:noFill/>
          <a:ln>
            <a:solidFill>
              <a:srgbClr val="aa5810"/>
            </a:solidFill>
            <a:prstDash val="sysDash"/>
            <a:round/>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en-IN" sz="1900" spc="-1" strike="noStrike">
              <a:solidFill>
                <a:schemeClr val="lt1"/>
              </a:solidFill>
              <a:latin typeface="Zurich BT"/>
            </a:endParaRPr>
          </a:p>
        </p:txBody>
      </p:sp>
      <p:sp>
        <p:nvSpPr>
          <p:cNvPr id="167" name="Down Arrow 11"/>
          <p:cNvSpPr/>
          <p:nvPr/>
        </p:nvSpPr>
        <p:spPr>
          <a:xfrm>
            <a:off x="3202200" y="4488840"/>
            <a:ext cx="45360" cy="249840"/>
          </a:xfrm>
          <a:prstGeom prst="downArrow">
            <a:avLst>
              <a:gd name="adj1" fmla="val 50000"/>
              <a:gd name="adj2" fmla="val 50000"/>
            </a:avLst>
          </a:prstGeom>
          <a:solidFill>
            <a:srgbClr val="e77817"/>
          </a:solidFill>
          <a:ln>
            <a:solidFill>
              <a:srgbClr val="aa5810"/>
            </a:solidFill>
            <a:round/>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en-IN" sz="1900" spc="-1" strike="noStrike">
              <a:solidFill>
                <a:schemeClr val="lt1"/>
              </a:solidFill>
              <a:latin typeface="Zurich BT"/>
            </a:endParaRPr>
          </a:p>
        </p:txBody>
      </p:sp>
      <p:sp>
        <p:nvSpPr>
          <p:cNvPr id="168" name="Rectangle 8"/>
          <p:cNvSpPr/>
          <p:nvPr/>
        </p:nvSpPr>
        <p:spPr>
          <a:xfrm>
            <a:off x="3732120" y="5786280"/>
            <a:ext cx="7821360" cy="1004400"/>
          </a:xfrm>
          <a:prstGeom prst="rect">
            <a:avLst/>
          </a:prstGeom>
          <a:noFill/>
          <a:ln w="28575">
            <a:solidFill>
              <a:srgbClr val="e77817"/>
            </a:solidFill>
            <a:round/>
          </a:ln>
        </p:spPr>
        <p:style>
          <a:lnRef idx="0"/>
          <a:fillRef idx="0"/>
          <a:effectRef idx="0"/>
          <a:fontRef idx="minor"/>
        </p:style>
        <p:txBody>
          <a:bodyPr lIns="90000" rIns="90000" tIns="45000" bIns="45000" anchor="t">
            <a:spAutoFit/>
          </a:bodyPr>
          <a:p>
            <a:pPr defTabSz="914400">
              <a:lnSpc>
                <a:spcPct val="100000"/>
              </a:lnSpc>
            </a:pPr>
            <a:r>
              <a:rPr b="0" lang="en-US" sz="2000" spc="-1" strike="noStrike">
                <a:solidFill>
                  <a:schemeClr val="dk1"/>
                </a:solidFill>
                <a:latin typeface="Calibri"/>
                <a:ea typeface="SimSun"/>
              </a:rPr>
              <a:t>upi://pay?pa=uatmer108@icici&amp;pn=INRecharge&amp;tr=EZY124463867035&amp;am=&amp;cu=INR&amp;mc=5411</a:t>
            </a:r>
            <a:endParaRPr b="0" lang="en-IN" sz="2000" spc="-1" strike="noStrike">
              <a:solidFill>
                <a:srgbClr val="000000"/>
              </a:solidFill>
              <a:latin typeface="Arial"/>
            </a:endParaRPr>
          </a:p>
        </p:txBody>
      </p:sp>
      <p:sp>
        <p:nvSpPr>
          <p:cNvPr id="169" name="Rectangle 17"/>
          <p:cNvSpPr/>
          <p:nvPr/>
        </p:nvSpPr>
        <p:spPr>
          <a:xfrm>
            <a:off x="1560960" y="5857920"/>
            <a:ext cx="1390680" cy="394560"/>
          </a:xfrm>
          <a:prstGeom prst="rect">
            <a:avLst/>
          </a:prstGeom>
          <a:noFill/>
          <a:ln w="28575">
            <a:solidFill>
              <a:srgbClr val="e77817"/>
            </a:solidFill>
            <a:round/>
          </a:ln>
        </p:spPr>
        <p:style>
          <a:lnRef idx="0"/>
          <a:fillRef idx="0"/>
          <a:effectRef idx="0"/>
          <a:fontRef idx="minor"/>
        </p:style>
        <p:txBody>
          <a:bodyPr lIns="90000" rIns="90000" tIns="45000" bIns="45000" anchor="t">
            <a:spAutoFit/>
          </a:bodyPr>
          <a:p>
            <a:pPr defTabSz="914400">
              <a:lnSpc>
                <a:spcPct val="100000"/>
              </a:lnSpc>
            </a:pPr>
            <a:r>
              <a:rPr b="0" lang="en-US" sz="2000" spc="-1" strike="noStrike">
                <a:solidFill>
                  <a:schemeClr val="dk1"/>
                </a:solidFill>
                <a:latin typeface="Calibri"/>
                <a:ea typeface="SimSun"/>
              </a:rPr>
              <a:t>QR String</a:t>
            </a:r>
            <a:endParaRPr b="0" lang="en-IN" sz="2000" spc="-1" strike="noStrike">
              <a:solidFill>
                <a:srgbClr val="000000"/>
              </a:solidFill>
              <a:latin typeface="Arial"/>
            </a:endParaRPr>
          </a:p>
        </p:txBody>
      </p:sp>
      <p:sp>
        <p:nvSpPr>
          <p:cNvPr id="170" name="Right Arrow 12"/>
          <p:cNvSpPr/>
          <p:nvPr/>
        </p:nvSpPr>
        <p:spPr>
          <a:xfrm>
            <a:off x="3046320" y="5923800"/>
            <a:ext cx="533160" cy="252720"/>
          </a:xfrm>
          <a:prstGeom prst="rightArrow">
            <a:avLst>
              <a:gd name="adj1" fmla="val 50000"/>
              <a:gd name="adj2" fmla="val 50000"/>
            </a:avLst>
          </a:prstGeom>
          <a:solidFill>
            <a:srgbClr val="e77817"/>
          </a:solidFill>
          <a:ln>
            <a:solidFill>
              <a:srgbClr val="aa5810"/>
            </a:solidFill>
            <a:round/>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en-US" sz="1900" spc="-1" strike="noStrike">
              <a:solidFill>
                <a:schemeClr val="lt1"/>
              </a:solidFill>
              <a:latin typeface="Zurich BT"/>
            </a:endParaRPr>
          </a:p>
        </p:txBody>
      </p:sp>
    </p:spTree>
  </p:cSld>
  <mc:AlternateContent>
    <mc:Choice Requires="p14">
      <p:transition spd="slow" p14:dur="2000"/>
    </mc:Choice>
    <mc:Fallback>
      <p:transition spd="slow"/>
    </mc:Fallback>
  </mc:AlternateContent>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171" name="Picture 1" descr="How to be an Amazon power shopper: 11 tools and features you'll want to  know about"/>
          <p:cNvPicPr/>
          <p:nvPr/>
        </p:nvPicPr>
        <p:blipFill>
          <a:blip r:embed="rId1"/>
          <a:srcRect l="8165" t="0" r="64146" b="1206"/>
          <a:stretch/>
        </p:blipFill>
        <p:spPr>
          <a:xfrm>
            <a:off x="36720" y="0"/>
            <a:ext cx="3354120" cy="5714640"/>
          </a:xfrm>
          <a:prstGeom prst="rect">
            <a:avLst/>
          </a:prstGeom>
          <a:ln w="0">
            <a:noFill/>
          </a:ln>
        </p:spPr>
      </p:pic>
      <p:pic>
        <p:nvPicPr>
          <p:cNvPr id="172" name="Picture 3" descr=""/>
          <p:cNvPicPr/>
          <p:nvPr/>
        </p:nvPicPr>
        <p:blipFill>
          <a:blip r:embed="rId2"/>
          <a:stretch/>
        </p:blipFill>
        <p:spPr>
          <a:xfrm>
            <a:off x="3198960" y="382680"/>
            <a:ext cx="2677320" cy="5100120"/>
          </a:xfrm>
          <a:prstGeom prst="rect">
            <a:avLst/>
          </a:prstGeom>
          <a:ln w="0">
            <a:noFill/>
          </a:ln>
        </p:spPr>
      </p:pic>
      <p:pic>
        <p:nvPicPr>
          <p:cNvPr id="173" name="Picture 4" descr=""/>
          <p:cNvPicPr/>
          <p:nvPr/>
        </p:nvPicPr>
        <p:blipFill>
          <a:blip r:embed="rId3"/>
          <a:stretch/>
        </p:blipFill>
        <p:spPr>
          <a:xfrm>
            <a:off x="6061680" y="382680"/>
            <a:ext cx="3036960" cy="5178240"/>
          </a:xfrm>
          <a:prstGeom prst="rect">
            <a:avLst/>
          </a:prstGeom>
          <a:ln w="0">
            <a:noFill/>
          </a:ln>
        </p:spPr>
      </p:pic>
      <p:pic>
        <p:nvPicPr>
          <p:cNvPr id="174" name="Picture 5" descr=""/>
          <p:cNvPicPr/>
          <p:nvPr/>
        </p:nvPicPr>
        <p:blipFill>
          <a:blip r:embed="rId4"/>
          <a:stretch/>
        </p:blipFill>
        <p:spPr>
          <a:xfrm>
            <a:off x="9142560" y="382680"/>
            <a:ext cx="2971440" cy="5100120"/>
          </a:xfrm>
          <a:prstGeom prst="rect">
            <a:avLst/>
          </a:prstGeom>
          <a:ln w="0">
            <a:noFill/>
          </a:ln>
        </p:spPr>
      </p:pic>
      <p:sp>
        <p:nvSpPr>
          <p:cNvPr id="175" name="Text Box 2"/>
          <p:cNvSpPr/>
          <p:nvPr/>
        </p:nvSpPr>
        <p:spPr>
          <a:xfrm>
            <a:off x="1122840" y="5715000"/>
            <a:ext cx="1816920" cy="651240"/>
          </a:xfrm>
          <a:prstGeom prst="rect">
            <a:avLst/>
          </a:prstGeom>
          <a:solidFill>
            <a:srgbClr val="ffffff"/>
          </a:solidFill>
          <a:ln w="9525">
            <a:solidFill>
              <a:srgbClr val="000000"/>
            </a:solidFill>
            <a:miter/>
          </a:ln>
        </p:spPr>
        <p:style>
          <a:lnRef idx="0"/>
          <a:fillRef idx="0"/>
          <a:effectRef idx="0"/>
          <a:fontRef idx="minor"/>
        </p:style>
        <p:txBody>
          <a:bodyPr anchor="ctr">
            <a:noAutofit/>
          </a:bodyPr>
          <a:p>
            <a:pPr algn="ctr" defTabSz="914400">
              <a:lnSpc>
                <a:spcPct val="107000"/>
              </a:lnSpc>
              <a:spcAft>
                <a:spcPts val="799"/>
              </a:spcAft>
            </a:pPr>
            <a:r>
              <a:rPr b="0" lang="en-US" sz="1100" spc="-1" strike="noStrike">
                <a:solidFill>
                  <a:schemeClr val="dk1"/>
                </a:solidFill>
                <a:latin typeface="Tw Cen MT"/>
                <a:ea typeface="Times New Roman"/>
              </a:rPr>
              <a:t>Customer selects product</a:t>
            </a:r>
            <a:endParaRPr b="0" lang="en-IN" sz="1100" spc="-1" strike="noStrike">
              <a:solidFill>
                <a:srgbClr val="000000"/>
              </a:solidFill>
              <a:latin typeface="Arial"/>
            </a:endParaRPr>
          </a:p>
        </p:txBody>
      </p:sp>
      <p:sp>
        <p:nvSpPr>
          <p:cNvPr id="176" name="Text Box 2"/>
          <p:cNvSpPr/>
          <p:nvPr/>
        </p:nvSpPr>
        <p:spPr>
          <a:xfrm>
            <a:off x="3636360" y="5720760"/>
            <a:ext cx="1836000" cy="651240"/>
          </a:xfrm>
          <a:prstGeom prst="rect">
            <a:avLst/>
          </a:prstGeom>
          <a:solidFill>
            <a:srgbClr val="ffffff"/>
          </a:solidFill>
          <a:ln w="9525">
            <a:solidFill>
              <a:srgbClr val="000000"/>
            </a:solidFill>
            <a:miter/>
          </a:ln>
        </p:spPr>
        <p:style>
          <a:lnRef idx="0"/>
          <a:fillRef idx="0"/>
          <a:effectRef idx="0"/>
          <a:fontRef idx="minor"/>
        </p:style>
        <p:txBody>
          <a:bodyPr anchor="ctr">
            <a:noAutofit/>
          </a:bodyPr>
          <a:p>
            <a:pPr algn="ctr" defTabSz="914400">
              <a:lnSpc>
                <a:spcPct val="107000"/>
              </a:lnSpc>
              <a:spcAft>
                <a:spcPts val="799"/>
              </a:spcAft>
            </a:pPr>
            <a:r>
              <a:rPr b="0" lang="en-US" sz="1100" spc="-1" strike="noStrike">
                <a:solidFill>
                  <a:schemeClr val="dk1"/>
                </a:solidFill>
                <a:latin typeface="Tw Cen MT"/>
                <a:ea typeface="Times New Roman"/>
              </a:rPr>
              <a:t>Select Buy Now Tab to purchase</a:t>
            </a:r>
            <a:endParaRPr b="0" lang="en-IN" sz="1100" spc="-1" strike="noStrike">
              <a:solidFill>
                <a:srgbClr val="000000"/>
              </a:solidFill>
              <a:latin typeface="Arial"/>
            </a:endParaRPr>
          </a:p>
        </p:txBody>
      </p:sp>
      <p:sp>
        <p:nvSpPr>
          <p:cNvPr id="177" name="Text Box 2"/>
          <p:cNvSpPr/>
          <p:nvPr/>
        </p:nvSpPr>
        <p:spPr>
          <a:xfrm>
            <a:off x="6864840" y="5737320"/>
            <a:ext cx="1430280" cy="634680"/>
          </a:xfrm>
          <a:prstGeom prst="rect">
            <a:avLst/>
          </a:prstGeom>
          <a:solidFill>
            <a:srgbClr val="ffffff"/>
          </a:solidFill>
          <a:ln w="9525">
            <a:solidFill>
              <a:srgbClr val="000000"/>
            </a:solidFill>
            <a:miter/>
          </a:ln>
        </p:spPr>
        <p:style>
          <a:lnRef idx="0"/>
          <a:fillRef idx="0"/>
          <a:effectRef idx="0"/>
          <a:fontRef idx="minor"/>
        </p:style>
        <p:txBody>
          <a:bodyPr anchor="ctr">
            <a:noAutofit/>
          </a:bodyPr>
          <a:p>
            <a:pPr algn="ctr" defTabSz="914400">
              <a:lnSpc>
                <a:spcPct val="107000"/>
              </a:lnSpc>
              <a:spcAft>
                <a:spcPts val="799"/>
              </a:spcAft>
            </a:pPr>
            <a:r>
              <a:rPr b="0" lang="en-US" sz="1100" spc="-1" strike="noStrike">
                <a:solidFill>
                  <a:schemeClr val="dk1"/>
                </a:solidFill>
                <a:latin typeface="Tw Cen MT"/>
                <a:ea typeface="Times New Roman"/>
              </a:rPr>
              <a:t>Customer selects payment mode as UPI </a:t>
            </a:r>
            <a:endParaRPr b="0" lang="en-IN" sz="1100" spc="-1" strike="noStrike">
              <a:solidFill>
                <a:srgbClr val="000000"/>
              </a:solidFill>
              <a:latin typeface="Arial"/>
            </a:endParaRPr>
          </a:p>
        </p:txBody>
      </p:sp>
      <p:sp>
        <p:nvSpPr>
          <p:cNvPr id="178" name="Text Box 2"/>
          <p:cNvSpPr/>
          <p:nvPr/>
        </p:nvSpPr>
        <p:spPr>
          <a:xfrm>
            <a:off x="10132920" y="5715000"/>
            <a:ext cx="1430280" cy="634680"/>
          </a:xfrm>
          <a:prstGeom prst="rect">
            <a:avLst/>
          </a:prstGeom>
          <a:solidFill>
            <a:srgbClr val="ffffff"/>
          </a:solidFill>
          <a:ln w="9525">
            <a:solidFill>
              <a:srgbClr val="000000"/>
            </a:solidFill>
            <a:miter/>
          </a:ln>
        </p:spPr>
        <p:style>
          <a:lnRef idx="0"/>
          <a:fillRef idx="0"/>
          <a:effectRef idx="0"/>
          <a:fontRef idx="minor"/>
        </p:style>
        <p:txBody>
          <a:bodyPr anchor="ctr">
            <a:noAutofit/>
          </a:bodyPr>
          <a:p>
            <a:pPr algn="ctr" defTabSz="914400">
              <a:lnSpc>
                <a:spcPct val="107000"/>
              </a:lnSpc>
              <a:spcAft>
                <a:spcPts val="799"/>
              </a:spcAft>
            </a:pPr>
            <a:r>
              <a:rPr b="0" lang="en-US" sz="1100" spc="-1" strike="noStrike">
                <a:solidFill>
                  <a:schemeClr val="dk1"/>
                </a:solidFill>
                <a:latin typeface="Tw Cen MT"/>
                <a:ea typeface="Times New Roman"/>
              </a:rPr>
              <a:t>Customer selects preferred mode for payment </a:t>
            </a:r>
            <a:endParaRPr b="0" lang="en-IN" sz="11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grpSp>
        <p:nvGrpSpPr>
          <p:cNvPr id="179" name="Group 2"/>
          <p:cNvGrpSpPr/>
          <p:nvPr/>
        </p:nvGrpSpPr>
        <p:grpSpPr>
          <a:xfrm>
            <a:off x="531720" y="380880"/>
            <a:ext cx="10896120" cy="5105160"/>
            <a:chOff x="531720" y="380880"/>
            <a:chExt cx="10896120" cy="5105160"/>
          </a:xfrm>
        </p:grpSpPr>
        <p:pic>
          <p:nvPicPr>
            <p:cNvPr id="180" name="Picture 6" descr="Juspay HyperUPI - Plugin SDK powering In-App UPI Payments | Juspay Blog"/>
            <p:cNvPicPr/>
            <p:nvPr/>
          </p:nvPicPr>
          <p:blipFill>
            <a:blip r:embed="rId1"/>
            <a:srcRect l="53527" t="5421" r="4094" b="15655"/>
            <a:stretch/>
          </p:blipFill>
          <p:spPr>
            <a:xfrm>
              <a:off x="4002120" y="380880"/>
              <a:ext cx="7425720" cy="5077080"/>
            </a:xfrm>
            <a:prstGeom prst="rect">
              <a:avLst/>
            </a:prstGeom>
            <a:ln w="0">
              <a:noFill/>
            </a:ln>
          </p:spPr>
        </p:pic>
        <p:pic>
          <p:nvPicPr>
            <p:cNvPr id="181" name="Picture 7" descr=""/>
            <p:cNvPicPr/>
            <p:nvPr/>
          </p:nvPicPr>
          <p:blipFill>
            <a:blip r:embed="rId2"/>
            <a:stretch/>
          </p:blipFill>
          <p:spPr>
            <a:xfrm>
              <a:off x="531720" y="380880"/>
              <a:ext cx="3467160" cy="5105160"/>
            </a:xfrm>
            <a:prstGeom prst="rect">
              <a:avLst/>
            </a:prstGeom>
            <a:ln w="0">
              <a:noFill/>
            </a:ln>
          </p:spPr>
        </p:pic>
      </p:grpSp>
      <p:sp>
        <p:nvSpPr>
          <p:cNvPr id="182" name="Text Box 2"/>
          <p:cNvSpPr/>
          <p:nvPr/>
        </p:nvSpPr>
        <p:spPr>
          <a:xfrm>
            <a:off x="1293840" y="5638680"/>
            <a:ext cx="2209320" cy="716040"/>
          </a:xfrm>
          <a:prstGeom prst="rect">
            <a:avLst/>
          </a:prstGeom>
          <a:solidFill>
            <a:srgbClr val="ffffff"/>
          </a:solidFill>
          <a:ln w="9525">
            <a:solidFill>
              <a:srgbClr val="000000"/>
            </a:solidFill>
            <a:miter/>
          </a:ln>
        </p:spPr>
        <p:style>
          <a:lnRef idx="0"/>
          <a:fillRef idx="0"/>
          <a:effectRef idx="0"/>
          <a:fontRef idx="minor"/>
        </p:style>
        <p:txBody>
          <a:bodyPr anchor="ctr">
            <a:noAutofit/>
          </a:bodyPr>
          <a:p>
            <a:pPr algn="ctr" defTabSz="914400">
              <a:lnSpc>
                <a:spcPct val="107000"/>
              </a:lnSpc>
              <a:spcAft>
                <a:spcPts val="799"/>
              </a:spcAft>
            </a:pPr>
            <a:r>
              <a:rPr b="0" lang="en-US" sz="1100" spc="-1" strike="noStrike">
                <a:solidFill>
                  <a:schemeClr val="dk1"/>
                </a:solidFill>
                <a:latin typeface="Tw Cen MT"/>
                <a:ea typeface="Times New Roman"/>
              </a:rPr>
              <a:t>Customer selects tab “order and pay”</a:t>
            </a:r>
            <a:endParaRPr b="0" lang="en-IN" sz="1100" spc="-1" strike="noStrike">
              <a:solidFill>
                <a:srgbClr val="000000"/>
              </a:solidFill>
              <a:latin typeface="Arial"/>
            </a:endParaRPr>
          </a:p>
        </p:txBody>
      </p:sp>
      <p:sp>
        <p:nvSpPr>
          <p:cNvPr id="183" name="Text Box 2"/>
          <p:cNvSpPr/>
          <p:nvPr/>
        </p:nvSpPr>
        <p:spPr>
          <a:xfrm>
            <a:off x="4494240" y="5693400"/>
            <a:ext cx="2666520" cy="628560"/>
          </a:xfrm>
          <a:prstGeom prst="rect">
            <a:avLst/>
          </a:prstGeom>
          <a:solidFill>
            <a:srgbClr val="ffffff"/>
          </a:solidFill>
          <a:ln w="9525">
            <a:solidFill>
              <a:srgbClr val="000000"/>
            </a:solidFill>
            <a:miter/>
          </a:ln>
        </p:spPr>
        <p:style>
          <a:lnRef idx="0"/>
          <a:fillRef idx="0"/>
          <a:effectRef idx="0"/>
          <a:fontRef idx="minor"/>
        </p:style>
        <p:txBody>
          <a:bodyPr anchor="ctr">
            <a:spAutoFit/>
          </a:bodyPr>
          <a:p>
            <a:pPr algn="ctr" defTabSz="914400">
              <a:lnSpc>
                <a:spcPct val="107000"/>
              </a:lnSpc>
              <a:spcAft>
                <a:spcPts val="799"/>
              </a:spcAft>
            </a:pPr>
            <a:r>
              <a:rPr b="0" lang="en-US" sz="1100" spc="-1" strike="noStrike">
                <a:solidFill>
                  <a:schemeClr val="dk1"/>
                </a:solidFill>
                <a:latin typeface="Tw Cen MT"/>
                <a:ea typeface="Times New Roman"/>
              </a:rPr>
              <a:t>Customer diverted to TPA (ie G Pay/PhonePe) to fills the pin for UPI validation</a:t>
            </a:r>
            <a:endParaRPr b="0" lang="en-IN" sz="1100" spc="-1" strike="noStrike">
              <a:solidFill>
                <a:srgbClr val="000000"/>
              </a:solidFill>
              <a:latin typeface="Arial"/>
            </a:endParaRPr>
          </a:p>
        </p:txBody>
      </p:sp>
      <p:sp>
        <p:nvSpPr>
          <p:cNvPr id="184" name="Text Box 2"/>
          <p:cNvSpPr/>
          <p:nvPr/>
        </p:nvSpPr>
        <p:spPr>
          <a:xfrm>
            <a:off x="8989920" y="5696640"/>
            <a:ext cx="1828440" cy="658080"/>
          </a:xfrm>
          <a:prstGeom prst="rect">
            <a:avLst/>
          </a:prstGeom>
          <a:solidFill>
            <a:srgbClr val="ffffff"/>
          </a:solidFill>
          <a:ln w="9525">
            <a:solidFill>
              <a:srgbClr val="000000"/>
            </a:solidFill>
            <a:miter/>
          </a:ln>
        </p:spPr>
        <p:style>
          <a:lnRef idx="0"/>
          <a:fillRef idx="0"/>
          <a:effectRef idx="0"/>
          <a:fontRef idx="minor"/>
        </p:style>
        <p:txBody>
          <a:bodyPr anchor="ctr">
            <a:noAutofit/>
          </a:bodyPr>
          <a:p>
            <a:pPr algn="ctr" defTabSz="914400">
              <a:lnSpc>
                <a:spcPct val="107000"/>
              </a:lnSpc>
              <a:spcAft>
                <a:spcPts val="799"/>
              </a:spcAft>
            </a:pPr>
            <a:r>
              <a:rPr b="0" lang="en-US" sz="1100" spc="-1" strike="noStrike">
                <a:solidFill>
                  <a:schemeClr val="dk1"/>
                </a:solidFill>
                <a:latin typeface="Tw Cen MT"/>
                <a:ea typeface="Times New Roman"/>
              </a:rPr>
              <a:t>Transaction completed successfully</a:t>
            </a:r>
            <a:endParaRPr b="0" lang="en-IN" sz="11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85" name="PlaceHolder 1"/>
          <p:cNvSpPr>
            <a:spLocks noGrp="1"/>
          </p:cNvSpPr>
          <p:nvPr>
            <p:ph/>
          </p:nvPr>
        </p:nvSpPr>
        <p:spPr>
          <a:xfrm>
            <a:off x="125280" y="216000"/>
            <a:ext cx="11683800" cy="493200"/>
          </a:xfrm>
          <a:prstGeom prst="rect">
            <a:avLst/>
          </a:prstGeom>
          <a:noFill/>
          <a:ln w="0">
            <a:noFill/>
          </a:ln>
        </p:spPr>
        <p:txBody>
          <a:bodyPr lIns="91440" rIns="91440" tIns="45720" bIns="45720" anchor="t">
            <a:noAutofit/>
          </a:bodyPr>
          <a:p>
            <a:pPr indent="0" defTabSz="914400">
              <a:lnSpc>
                <a:spcPct val="100000"/>
              </a:lnSpc>
              <a:spcBef>
                <a:spcPts val="479"/>
              </a:spcBef>
              <a:buNone/>
              <a:tabLst>
                <a:tab algn="l" pos="0"/>
              </a:tabLst>
            </a:pPr>
            <a:r>
              <a:rPr b="1" lang="en-US" sz="2400" spc="-1" strike="noStrike">
                <a:solidFill>
                  <a:srgbClr val="97281d"/>
                </a:solidFill>
                <a:latin typeface="Mulish"/>
              </a:rPr>
              <a:t>UPI Collection – Static QR</a:t>
            </a:r>
            <a:endParaRPr b="0" lang="en-US" sz="2400" spc="-1" strike="noStrike">
              <a:solidFill>
                <a:schemeClr val="dk1"/>
              </a:solidFill>
              <a:latin typeface="Zurich BT"/>
            </a:endParaRPr>
          </a:p>
        </p:txBody>
      </p:sp>
      <p:sp>
        <p:nvSpPr>
          <p:cNvPr id="186" name="PlaceHolder 2"/>
          <p:cNvSpPr>
            <a:spLocks noGrp="1"/>
          </p:cNvSpPr>
          <p:nvPr>
            <p:ph type="sldNum" idx="34"/>
          </p:nvPr>
        </p:nvSpPr>
        <p:spPr>
          <a:xfrm>
            <a:off x="11275920" y="6415560"/>
            <a:ext cx="609120" cy="365760"/>
          </a:xfrm>
          <a:prstGeom prst="rect">
            <a:avLst/>
          </a:prstGeom>
          <a:noFill/>
          <a:ln w="0">
            <a:noFill/>
          </a:ln>
        </p:spPr>
        <p:txBody>
          <a:bodyPr lIns="91440" rIns="91440" tIns="45720" bIns="45720" anchor="ctr">
            <a:noAutofit/>
          </a:bodyPr>
          <a:lstStyle>
            <a:lvl1pPr indent="0" algn="r" defTabSz="914400">
              <a:lnSpc>
                <a:spcPct val="100000"/>
              </a:lnSpc>
              <a:buNone/>
              <a:defRPr b="0" lang="en-US" sz="1200" spc="-1" strike="noStrike">
                <a:solidFill>
                  <a:srgbClr val="1f497d"/>
                </a:solidFill>
                <a:latin typeface="Zurich Lt BT"/>
              </a:defRPr>
            </a:lvl1pPr>
          </a:lstStyle>
          <a:p>
            <a:pPr indent="0" algn="r" defTabSz="914400">
              <a:lnSpc>
                <a:spcPct val="100000"/>
              </a:lnSpc>
              <a:buNone/>
            </a:pPr>
            <a:fld id="{9AA071BA-5B7E-4B65-AEE4-4FE67CBFE570}" type="slidenum">
              <a:rPr b="0" lang="en-US" sz="1200" spc="-1" strike="noStrike">
                <a:solidFill>
                  <a:srgbClr val="1f497d"/>
                </a:solidFill>
                <a:latin typeface="Zurich Lt BT"/>
              </a:rPr>
              <a:t>&lt;number&gt;</a:t>
            </a:fld>
            <a:endParaRPr b="0" lang="en-IN" sz="1200" spc="-1" strike="noStrike">
              <a:solidFill>
                <a:srgbClr val="000000"/>
              </a:solidFill>
              <a:latin typeface="Times New Roman"/>
            </a:endParaRPr>
          </a:p>
        </p:txBody>
      </p:sp>
      <p:sp>
        <p:nvSpPr>
          <p:cNvPr id="187" name="Rounded Rectangle 8"/>
          <p:cNvSpPr/>
          <p:nvPr/>
        </p:nvSpPr>
        <p:spPr>
          <a:xfrm>
            <a:off x="5096880" y="1143000"/>
            <a:ext cx="914040" cy="3504960"/>
          </a:xfrm>
          <a:prstGeom prst="roundRect">
            <a:avLst>
              <a:gd name="adj" fmla="val 16667"/>
            </a:avLst>
          </a:prstGeom>
          <a:gradFill rotWithShape="0">
            <a:gsLst>
              <a:gs pos="0">
                <a:srgbClr val="7e1309"/>
              </a:gs>
              <a:gs pos="80000">
                <a:srgbClr val="a4180b"/>
              </a:gs>
              <a:gs pos="100000">
                <a:srgbClr val="a61609"/>
              </a:gs>
            </a:gsLst>
            <a:lin ang="16200000"/>
          </a:gradFill>
          <a:ln w="0">
            <a:noFill/>
          </a:ln>
          <a:effectLst>
            <a:outerShdw algn="bl" blurRad="50760" dir="18900000" dist="37674" rotWithShape="0">
              <a:srgbClr val="000000">
                <a:alpha val="40000"/>
              </a:srgbClr>
            </a:outerShdw>
          </a:effectLst>
        </p:spPr>
        <p:style>
          <a:lnRef idx="0">
            <a:schemeClr val="accent2"/>
          </a:lnRef>
          <a:fillRef idx="3">
            <a:schemeClr val="accent2"/>
          </a:fillRef>
          <a:effectRef idx="3">
            <a:schemeClr val="accent2"/>
          </a:effectRef>
          <a:fontRef idx="minor"/>
        </p:style>
        <p:txBody>
          <a:bodyPr lIns="90000" rIns="90000" tIns="45000" bIns="45000" anchor="ctr">
            <a:noAutofit/>
          </a:bodyPr>
          <a:p>
            <a:pPr algn="ctr" defTabSz="914400">
              <a:lnSpc>
                <a:spcPct val="100000"/>
              </a:lnSpc>
            </a:pPr>
            <a:r>
              <a:rPr b="1" lang="en-US" sz="1600" spc="-1" strike="noStrike">
                <a:solidFill>
                  <a:schemeClr val="lt1"/>
                </a:solidFill>
                <a:latin typeface="Mulish"/>
              </a:rPr>
              <a:t>Client Server</a:t>
            </a:r>
            <a:endParaRPr b="0" lang="en-IN" sz="1600" spc="-1" strike="noStrike">
              <a:solidFill>
                <a:srgbClr val="000000"/>
              </a:solidFill>
              <a:latin typeface="Arial"/>
            </a:endParaRPr>
          </a:p>
        </p:txBody>
      </p:sp>
      <p:sp>
        <p:nvSpPr>
          <p:cNvPr id="188" name="Rounded Rectangle 12"/>
          <p:cNvSpPr/>
          <p:nvPr/>
        </p:nvSpPr>
        <p:spPr>
          <a:xfrm>
            <a:off x="10209240" y="1143000"/>
            <a:ext cx="914040" cy="3504960"/>
          </a:xfrm>
          <a:prstGeom prst="roundRect">
            <a:avLst>
              <a:gd name="adj" fmla="val 16667"/>
            </a:avLst>
          </a:prstGeom>
          <a:gradFill rotWithShape="0">
            <a:gsLst>
              <a:gs pos="0">
                <a:srgbClr val="bd5800"/>
              </a:gs>
              <a:gs pos="80000">
                <a:srgbClr val="f57300"/>
              </a:gs>
              <a:gs pos="100000">
                <a:srgbClr val="f67200"/>
              </a:gs>
            </a:gsLst>
            <a:lin ang="16200000"/>
          </a:gradFill>
          <a:ln w="0">
            <a:noFill/>
          </a:ln>
          <a:effectLst>
            <a:outerShdw algn="bl" blurRad="50760" dir="18900000" dist="37674" rotWithShape="0">
              <a:srgbClr val="000000">
                <a:alpha val="40000"/>
              </a:srgbClr>
            </a:outerShdw>
          </a:effectLst>
        </p:spPr>
        <p:style>
          <a:lnRef idx="0">
            <a:schemeClr val="accent1"/>
          </a:lnRef>
          <a:fillRef idx="3">
            <a:schemeClr val="accent1"/>
          </a:fillRef>
          <a:effectRef idx="3">
            <a:schemeClr val="accent1"/>
          </a:effectRef>
          <a:fontRef idx="minor"/>
        </p:style>
        <p:txBody>
          <a:bodyPr lIns="90000" rIns="90000" tIns="45000" bIns="45000" anchor="ctr">
            <a:noAutofit/>
          </a:bodyPr>
          <a:p>
            <a:pPr algn="ctr" defTabSz="914400">
              <a:lnSpc>
                <a:spcPct val="100000"/>
              </a:lnSpc>
            </a:pPr>
            <a:r>
              <a:rPr b="1" lang="en-US" sz="1600" spc="-1" strike="noStrike">
                <a:solidFill>
                  <a:schemeClr val="lt1"/>
                </a:solidFill>
                <a:latin typeface="Mulish"/>
              </a:rPr>
              <a:t>ICICI Banks Server</a:t>
            </a:r>
            <a:endParaRPr b="0" lang="en-IN" sz="1600" spc="-1" strike="noStrike">
              <a:solidFill>
                <a:srgbClr val="000000"/>
              </a:solidFill>
              <a:latin typeface="Arial"/>
            </a:endParaRPr>
          </a:p>
        </p:txBody>
      </p:sp>
      <p:sp>
        <p:nvSpPr>
          <p:cNvPr id="189" name="TextBox 24"/>
          <p:cNvSpPr/>
          <p:nvPr/>
        </p:nvSpPr>
        <p:spPr>
          <a:xfrm>
            <a:off x="1082160" y="1315440"/>
            <a:ext cx="1794600" cy="516600"/>
          </a:xfrm>
          <a:prstGeom prst="rect">
            <a:avLst/>
          </a:prstGeom>
          <a:noFill/>
          <a:ln w="0">
            <a:noFill/>
          </a:ln>
        </p:spPr>
        <p:style>
          <a:lnRef idx="0"/>
          <a:fillRef idx="0"/>
          <a:effectRef idx="0"/>
          <a:fontRef idx="minor"/>
        </p:style>
        <p:txBody>
          <a:bodyPr lIns="90000" rIns="90000" tIns="45000" bIns="45000" anchor="t">
            <a:spAutoFit/>
          </a:bodyPr>
          <a:p>
            <a:pPr defTabSz="914400">
              <a:lnSpc>
                <a:spcPct val="100000"/>
              </a:lnSpc>
            </a:pPr>
            <a:r>
              <a:rPr b="1" lang="en-US" sz="1400" spc="-1" strike="noStrike">
                <a:solidFill>
                  <a:schemeClr val="dk1"/>
                </a:solidFill>
                <a:latin typeface="Mulish"/>
              </a:rPr>
              <a:t>QR pasted at Merchant’s shop</a:t>
            </a:r>
            <a:endParaRPr b="0" lang="en-IN" sz="1400" spc="-1" strike="noStrike">
              <a:solidFill>
                <a:srgbClr val="000000"/>
              </a:solidFill>
              <a:latin typeface="Arial"/>
            </a:endParaRPr>
          </a:p>
        </p:txBody>
      </p:sp>
      <p:pic>
        <p:nvPicPr>
          <p:cNvPr id="190" name="Picture 31" descr=""/>
          <p:cNvPicPr/>
          <p:nvPr/>
        </p:nvPicPr>
        <p:blipFill>
          <a:blip r:embed="rId1"/>
          <a:stretch/>
        </p:blipFill>
        <p:spPr>
          <a:xfrm>
            <a:off x="1446120" y="2190240"/>
            <a:ext cx="734040" cy="734040"/>
          </a:xfrm>
          <a:prstGeom prst="rect">
            <a:avLst/>
          </a:prstGeom>
          <a:ln w="0">
            <a:noFill/>
          </a:ln>
        </p:spPr>
      </p:pic>
      <p:sp>
        <p:nvSpPr>
          <p:cNvPr id="191" name="Rounded Rectangle 33"/>
          <p:cNvSpPr/>
          <p:nvPr/>
        </p:nvSpPr>
        <p:spPr>
          <a:xfrm>
            <a:off x="5092200" y="5156280"/>
            <a:ext cx="914040" cy="1019520"/>
          </a:xfrm>
          <a:prstGeom prst="roundRect">
            <a:avLst>
              <a:gd name="adj" fmla="val 16667"/>
            </a:avLst>
          </a:prstGeom>
          <a:gradFill rotWithShape="0">
            <a:gsLst>
              <a:gs pos="0">
                <a:srgbClr val="002c54"/>
              </a:gs>
              <a:gs pos="80000">
                <a:srgbClr val="003a6d"/>
              </a:gs>
              <a:gs pos="100000">
                <a:srgbClr val="003a6e"/>
              </a:gs>
            </a:gsLst>
            <a:lin ang="16200000"/>
          </a:gradFill>
          <a:ln w="0">
            <a:noFill/>
          </a:ln>
          <a:effectLst>
            <a:outerShdw algn="bl" blurRad="50760" dir="18900000" dist="37674" rotWithShape="0">
              <a:srgbClr val="000000">
                <a:alpha val="40000"/>
              </a:srgbClr>
            </a:outerShdw>
          </a:effectLst>
        </p:spPr>
        <p:style>
          <a:lnRef idx="0">
            <a:schemeClr val="accent3"/>
          </a:lnRef>
          <a:fillRef idx="3">
            <a:schemeClr val="accent3"/>
          </a:fillRef>
          <a:effectRef idx="3">
            <a:schemeClr val="accent3"/>
          </a:effectRef>
          <a:fontRef idx="minor"/>
        </p:style>
        <p:txBody>
          <a:bodyPr lIns="90000" rIns="90000" tIns="45000" bIns="45000" anchor="ctr">
            <a:noAutofit/>
          </a:bodyPr>
          <a:p>
            <a:pPr algn="ctr" defTabSz="914400">
              <a:lnSpc>
                <a:spcPct val="100000"/>
              </a:lnSpc>
            </a:pPr>
            <a:r>
              <a:rPr b="1" lang="en-US" sz="1600" spc="-1" strike="noStrike">
                <a:solidFill>
                  <a:schemeClr val="lt1"/>
                </a:solidFill>
                <a:latin typeface="Mulish"/>
              </a:rPr>
              <a:t>NPCI</a:t>
            </a:r>
            <a:endParaRPr b="0" lang="en-IN" sz="1600" spc="-1" strike="noStrike">
              <a:solidFill>
                <a:srgbClr val="000000"/>
              </a:solidFill>
              <a:latin typeface="Arial"/>
            </a:endParaRPr>
          </a:p>
        </p:txBody>
      </p:sp>
      <p:sp>
        <p:nvSpPr>
          <p:cNvPr id="192" name="Rectangle 35"/>
          <p:cNvSpPr/>
          <p:nvPr/>
        </p:nvSpPr>
        <p:spPr>
          <a:xfrm>
            <a:off x="894240" y="4473000"/>
            <a:ext cx="1638720" cy="1222920"/>
          </a:xfrm>
          <a:prstGeom prst="rect">
            <a:avLst/>
          </a:prstGeom>
          <a:solidFill>
            <a:srgbClr val="ffffff"/>
          </a:solidFill>
          <a:ln>
            <a:solidFill>
              <a:srgbClr val="97291e"/>
            </a:solidFill>
            <a:round/>
          </a:ln>
        </p:spPr>
        <p:style>
          <a:lnRef idx="2">
            <a:schemeClr val="accent2"/>
          </a:lnRef>
          <a:fillRef idx="1">
            <a:schemeClr val="lt1"/>
          </a:fillRef>
          <a:effectRef idx="0">
            <a:schemeClr val="accent2"/>
          </a:effectRef>
          <a:fontRef idx="minor"/>
        </p:style>
        <p:txBody>
          <a:bodyPr lIns="90000" rIns="90000" tIns="45000" bIns="45000" anchor="ctr">
            <a:noAutofit/>
          </a:bodyPr>
          <a:p>
            <a:pPr algn="ctr" defTabSz="914400">
              <a:lnSpc>
                <a:spcPct val="100000"/>
              </a:lnSpc>
            </a:pPr>
            <a:r>
              <a:rPr b="1" lang="en-US" sz="1300" spc="-1" strike="noStrike">
                <a:solidFill>
                  <a:schemeClr val="dk1"/>
                </a:solidFill>
                <a:latin typeface="Mulish"/>
              </a:rPr>
              <a:t>Customer scans the QR using his PSP and Completes Payment</a:t>
            </a:r>
            <a:endParaRPr b="0" lang="en-IN" sz="1300" spc="-1" strike="noStrike">
              <a:solidFill>
                <a:srgbClr val="000000"/>
              </a:solidFill>
              <a:latin typeface="Arial"/>
            </a:endParaRPr>
          </a:p>
        </p:txBody>
      </p:sp>
      <p:cxnSp>
        <p:nvCxnSpPr>
          <p:cNvPr id="193" name="Straight Arrow Connector 37"/>
          <p:cNvCxnSpPr/>
          <p:nvPr/>
        </p:nvCxnSpPr>
        <p:spPr>
          <a:xfrm>
            <a:off x="2533320" y="5707800"/>
            <a:ext cx="2494440" cy="30600"/>
          </a:xfrm>
          <a:prstGeom prst="straightConnector1">
            <a:avLst/>
          </a:prstGeom>
          <a:ln>
            <a:solidFill>
              <a:srgbClr val="e77817"/>
            </a:solidFill>
            <a:round/>
            <a:tailEnd len="med" type="triangle" w="med"/>
          </a:ln>
        </p:spPr>
      </p:cxnSp>
      <p:sp>
        <p:nvSpPr>
          <p:cNvPr id="194" name="Rectangle 39"/>
          <p:cNvSpPr/>
          <p:nvPr/>
        </p:nvSpPr>
        <p:spPr>
          <a:xfrm>
            <a:off x="2877120" y="5831280"/>
            <a:ext cx="1371240" cy="540720"/>
          </a:xfrm>
          <a:prstGeom prst="rect">
            <a:avLst/>
          </a:prstGeom>
          <a:solidFill>
            <a:srgbClr val="ffffff"/>
          </a:solidFill>
          <a:ln>
            <a:solidFill>
              <a:srgbClr val="97291e"/>
            </a:solidFill>
            <a:round/>
          </a:ln>
        </p:spPr>
        <p:style>
          <a:lnRef idx="2">
            <a:schemeClr val="accent2"/>
          </a:lnRef>
          <a:fillRef idx="1">
            <a:schemeClr val="lt1"/>
          </a:fillRef>
          <a:effectRef idx="0">
            <a:schemeClr val="accent2"/>
          </a:effectRef>
          <a:fontRef idx="minor"/>
        </p:style>
        <p:txBody>
          <a:bodyPr lIns="90000" rIns="90000" tIns="45000" bIns="45000" anchor="ctr">
            <a:noAutofit/>
          </a:bodyPr>
          <a:p>
            <a:pPr algn="ctr" defTabSz="914400">
              <a:lnSpc>
                <a:spcPct val="100000"/>
              </a:lnSpc>
            </a:pPr>
            <a:r>
              <a:rPr b="1" lang="en-US" sz="1200" spc="-1" strike="noStrike">
                <a:solidFill>
                  <a:schemeClr val="dk1"/>
                </a:solidFill>
                <a:latin typeface="Mulish"/>
              </a:rPr>
              <a:t>Transaction Routed Via NPCI</a:t>
            </a:r>
            <a:endParaRPr b="0" lang="en-IN" sz="1200" spc="-1" strike="noStrike">
              <a:solidFill>
                <a:srgbClr val="000000"/>
              </a:solidFill>
              <a:latin typeface="Arial"/>
            </a:endParaRPr>
          </a:p>
        </p:txBody>
      </p:sp>
      <p:cxnSp>
        <p:nvCxnSpPr>
          <p:cNvPr id="195" name="Straight Connector 57"/>
          <p:cNvCxnSpPr>
            <a:stCxn id="191" idx="3"/>
          </p:cNvCxnSpPr>
          <p:nvPr/>
        </p:nvCxnSpPr>
        <p:spPr>
          <a:xfrm>
            <a:off x="6006240" y="5666040"/>
            <a:ext cx="4660200" cy="42120"/>
          </a:xfrm>
          <a:prstGeom prst="straightConnector1">
            <a:avLst/>
          </a:prstGeom>
          <a:ln>
            <a:solidFill>
              <a:srgbClr val="e77817"/>
            </a:solidFill>
            <a:round/>
          </a:ln>
        </p:spPr>
      </p:cxnSp>
      <p:cxnSp>
        <p:nvCxnSpPr>
          <p:cNvPr id="196" name="Straight Arrow Connector 59"/>
          <p:cNvCxnSpPr/>
          <p:nvPr/>
        </p:nvCxnSpPr>
        <p:spPr>
          <a:xfrm flipV="1">
            <a:off x="10666080" y="4705920"/>
            <a:ext cx="360" cy="1002240"/>
          </a:xfrm>
          <a:prstGeom prst="straightConnector1">
            <a:avLst/>
          </a:prstGeom>
          <a:ln>
            <a:solidFill>
              <a:srgbClr val="e77817"/>
            </a:solidFill>
            <a:round/>
            <a:tailEnd len="med" type="triangle" w="med"/>
          </a:ln>
        </p:spPr>
      </p:cxnSp>
      <p:sp>
        <p:nvSpPr>
          <p:cNvPr id="197" name="Left Arrow 62"/>
          <p:cNvSpPr/>
          <p:nvPr/>
        </p:nvSpPr>
        <p:spPr>
          <a:xfrm>
            <a:off x="6094440" y="2795760"/>
            <a:ext cx="4085280" cy="434880"/>
          </a:xfrm>
          <a:prstGeom prst="leftArrow">
            <a:avLst>
              <a:gd name="adj1" fmla="val 50000"/>
              <a:gd name="adj2" fmla="val 50000"/>
            </a:avLst>
          </a:prstGeom>
          <a:solidFill>
            <a:srgbClr val="00b050"/>
          </a:solidFill>
          <a:ln w="0">
            <a:noFill/>
          </a:ln>
          <a:effectLst>
            <a:outerShdw blurRad="39960" dir="5400000" dist="23040" rotWithShape="0">
              <a:srgbClr val="000000">
                <a:alpha val="35000"/>
              </a:srgbClr>
            </a:outerShdw>
          </a:effectLst>
        </p:spPr>
        <p:style>
          <a:lnRef idx="0">
            <a:schemeClr val="accent1"/>
          </a:lnRef>
          <a:fillRef idx="3">
            <a:schemeClr val="accent1"/>
          </a:fillRef>
          <a:effectRef idx="3">
            <a:schemeClr val="accent1"/>
          </a:effectRef>
          <a:fontRef idx="minor"/>
        </p:style>
        <p:txBody>
          <a:bodyPr lIns="90000" rIns="90000" tIns="45000" bIns="45000" anchor="ctr">
            <a:noAutofit/>
          </a:bodyPr>
          <a:p>
            <a:pPr algn="ctr" defTabSz="914400">
              <a:lnSpc>
                <a:spcPct val="100000"/>
              </a:lnSpc>
            </a:pPr>
            <a:r>
              <a:rPr b="1" lang="en-US" sz="1600" spc="-1" strike="noStrike">
                <a:solidFill>
                  <a:schemeClr val="lt1"/>
                </a:solidFill>
                <a:latin typeface="Mulish"/>
              </a:rPr>
              <a:t>Callback</a:t>
            </a:r>
            <a:endParaRPr b="0" lang="en-IN" sz="1600" spc="-1" strike="noStrike">
              <a:solidFill>
                <a:srgbClr val="ffffff"/>
              </a:solidFill>
              <a:latin typeface="Arial"/>
            </a:endParaRPr>
          </a:p>
        </p:txBody>
      </p:sp>
      <p:sp>
        <p:nvSpPr>
          <p:cNvPr id="198" name="Rectangle 63"/>
          <p:cNvSpPr/>
          <p:nvPr/>
        </p:nvSpPr>
        <p:spPr>
          <a:xfrm>
            <a:off x="6626880" y="1910160"/>
            <a:ext cx="3379320" cy="733320"/>
          </a:xfrm>
          <a:prstGeom prst="rect">
            <a:avLst/>
          </a:prstGeom>
          <a:solidFill>
            <a:srgbClr val="ffffff"/>
          </a:solidFill>
          <a:ln>
            <a:solidFill>
              <a:srgbClr val="97291e"/>
            </a:solidFill>
            <a:round/>
          </a:ln>
        </p:spPr>
        <p:style>
          <a:lnRef idx="2">
            <a:schemeClr val="accent2"/>
          </a:lnRef>
          <a:fillRef idx="1">
            <a:schemeClr val="lt1"/>
          </a:fillRef>
          <a:effectRef idx="0">
            <a:schemeClr val="accent2"/>
          </a:effectRef>
          <a:fontRef idx="minor"/>
        </p:style>
        <p:txBody>
          <a:bodyPr lIns="90000" rIns="90000" tIns="45000" bIns="45000" anchor="ctr">
            <a:noAutofit/>
          </a:bodyPr>
          <a:p>
            <a:pPr defTabSz="914400">
              <a:lnSpc>
                <a:spcPct val="100000"/>
              </a:lnSpc>
            </a:pPr>
            <a:r>
              <a:rPr b="1" lang="en-IN" sz="1400" spc="-1" strike="noStrike">
                <a:solidFill>
                  <a:schemeClr val="dk1"/>
                </a:solidFill>
                <a:latin typeface="Mulish"/>
              </a:rPr>
              <a:t>Instant response to merchant stating Transaction Status on their callback URL.      </a:t>
            </a:r>
            <a:endParaRPr b="0" lang="en-IN" sz="1400" spc="-1" strike="noStrike">
              <a:solidFill>
                <a:srgbClr val="000000"/>
              </a:solidFill>
              <a:latin typeface="Arial"/>
            </a:endParaRPr>
          </a:p>
        </p:txBody>
      </p:sp>
      <p:sp>
        <p:nvSpPr>
          <p:cNvPr id="199" name="TextBox 65"/>
          <p:cNvSpPr/>
          <p:nvPr/>
        </p:nvSpPr>
        <p:spPr>
          <a:xfrm>
            <a:off x="7716600" y="3354120"/>
            <a:ext cx="1752120" cy="303120"/>
          </a:xfrm>
          <a:prstGeom prst="rect">
            <a:avLst/>
          </a:prstGeom>
          <a:noFill/>
          <a:ln w="0">
            <a:noFill/>
          </a:ln>
        </p:spPr>
        <p:style>
          <a:lnRef idx="0"/>
          <a:fillRef idx="0"/>
          <a:effectRef idx="0"/>
          <a:fontRef idx="minor"/>
        </p:style>
        <p:txBody>
          <a:bodyPr lIns="90000" rIns="90000" tIns="45000" bIns="45000" anchor="t">
            <a:spAutoFit/>
          </a:bodyPr>
          <a:p>
            <a:pPr defTabSz="914400">
              <a:lnSpc>
                <a:spcPct val="100000"/>
              </a:lnSpc>
            </a:pPr>
            <a:r>
              <a:rPr b="1" lang="en-US" sz="1400" spc="-1" strike="noStrike" u="sng">
                <a:solidFill>
                  <a:schemeClr val="dk1"/>
                </a:solidFill>
                <a:uFillTx/>
                <a:latin typeface="Mulish"/>
              </a:rPr>
              <a:t>Encrypted</a:t>
            </a:r>
            <a:endParaRPr b="0" lang="en-IN" sz="1400" spc="-1" strike="noStrike">
              <a:solidFill>
                <a:srgbClr val="000000"/>
              </a:solidFill>
              <a:latin typeface="Arial"/>
            </a:endParaRPr>
          </a:p>
        </p:txBody>
      </p:sp>
      <p:sp>
        <p:nvSpPr>
          <p:cNvPr id="200" name="Rectangle 34"/>
          <p:cNvSpPr/>
          <p:nvPr/>
        </p:nvSpPr>
        <p:spPr>
          <a:xfrm>
            <a:off x="7716600" y="5831280"/>
            <a:ext cx="1371240" cy="540720"/>
          </a:xfrm>
          <a:prstGeom prst="rect">
            <a:avLst/>
          </a:prstGeom>
          <a:solidFill>
            <a:srgbClr val="ffffff"/>
          </a:solidFill>
          <a:ln>
            <a:solidFill>
              <a:srgbClr val="97291e"/>
            </a:solidFill>
            <a:round/>
          </a:ln>
        </p:spPr>
        <p:style>
          <a:lnRef idx="2">
            <a:schemeClr val="accent2"/>
          </a:lnRef>
          <a:fillRef idx="1">
            <a:schemeClr val="lt1"/>
          </a:fillRef>
          <a:effectRef idx="0">
            <a:schemeClr val="accent2"/>
          </a:effectRef>
          <a:fontRef idx="minor"/>
        </p:style>
        <p:txBody>
          <a:bodyPr lIns="90000" rIns="90000" tIns="45000" bIns="45000" anchor="ctr">
            <a:noAutofit/>
          </a:bodyPr>
          <a:p>
            <a:pPr algn="ctr" defTabSz="914400">
              <a:lnSpc>
                <a:spcPct val="100000"/>
              </a:lnSpc>
            </a:pPr>
            <a:r>
              <a:rPr b="1" lang="en-US" sz="1200" spc="-1" strike="noStrike">
                <a:solidFill>
                  <a:schemeClr val="dk1"/>
                </a:solidFill>
                <a:latin typeface="Mulish"/>
              </a:rPr>
              <a:t>Transaction Routed Via NPCI</a:t>
            </a:r>
            <a:endParaRPr b="0" lang="en-IN" sz="1200" spc="-1" strike="noStrike">
              <a:solidFill>
                <a:srgbClr val="000000"/>
              </a:solidFill>
              <a:latin typeface="Arial"/>
            </a:endParaRPr>
          </a:p>
        </p:txBody>
      </p:sp>
      <p:cxnSp>
        <p:nvCxnSpPr>
          <p:cNvPr id="201" name="Straight Arrow Connector 9"/>
          <p:cNvCxnSpPr>
            <a:stCxn id="190" idx="2"/>
          </p:cNvCxnSpPr>
          <p:nvPr/>
        </p:nvCxnSpPr>
        <p:spPr>
          <a:xfrm>
            <a:off x="1812960" y="2924280"/>
            <a:ext cx="720" cy="1465560"/>
          </a:xfrm>
          <a:prstGeom prst="straightConnector1">
            <a:avLst/>
          </a:prstGeom>
          <a:ln w="57150">
            <a:solidFill>
              <a:srgbClr val="e67511"/>
            </a:solidFill>
            <a:round/>
            <a:tailEnd len="med" type="triangle" w="med"/>
          </a:ln>
        </p:spPr>
      </p:cxnSp>
    </p:spTree>
  </p:cSld>
  <mc:AlternateContent>
    <mc:Choice Requires="p14">
      <p:transition spd="slow" p14:dur="2000"/>
    </mc:Choice>
    <mc:Fallback>
      <p:transition spd="slow"/>
    </mc:Fallback>
  </mc:AlternateContent>
</p:sld>
</file>

<file path=ppt/slides/slide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02" name="PlaceHolder 1"/>
          <p:cNvSpPr>
            <a:spLocks noGrp="1"/>
          </p:cNvSpPr>
          <p:nvPr>
            <p:ph/>
          </p:nvPr>
        </p:nvSpPr>
        <p:spPr>
          <a:xfrm>
            <a:off x="203040" y="237240"/>
            <a:ext cx="11683800" cy="600840"/>
          </a:xfrm>
          <a:prstGeom prst="rect">
            <a:avLst/>
          </a:prstGeom>
          <a:noFill/>
          <a:ln w="0">
            <a:noFill/>
          </a:ln>
        </p:spPr>
        <p:txBody>
          <a:bodyPr lIns="91440" rIns="91440" tIns="45720" bIns="45720" anchor="t">
            <a:noAutofit/>
          </a:bodyPr>
          <a:p>
            <a:pPr indent="0" defTabSz="914400">
              <a:lnSpc>
                <a:spcPct val="100000"/>
              </a:lnSpc>
              <a:spcBef>
                <a:spcPts val="641"/>
              </a:spcBef>
              <a:buNone/>
              <a:tabLst>
                <a:tab algn="l" pos="0"/>
              </a:tabLst>
            </a:pPr>
            <a:r>
              <a:rPr b="1" lang="en-US" sz="3200" spc="-1" strike="noStrike">
                <a:solidFill>
                  <a:schemeClr val="accent2"/>
                </a:solidFill>
                <a:latin typeface="Zurich BT"/>
              </a:rPr>
              <a:t>STATIC QR API</a:t>
            </a:r>
            <a:endParaRPr b="0" lang="en-US" sz="3200" spc="-1" strike="noStrike">
              <a:solidFill>
                <a:schemeClr val="dk1"/>
              </a:solidFill>
              <a:latin typeface="Zurich BT"/>
            </a:endParaRPr>
          </a:p>
        </p:txBody>
      </p:sp>
      <p:sp>
        <p:nvSpPr>
          <p:cNvPr id="203" name="PlaceHolder 2"/>
          <p:cNvSpPr>
            <a:spLocks noGrp="1"/>
          </p:cNvSpPr>
          <p:nvPr>
            <p:ph type="sldNum" idx="35"/>
          </p:nvPr>
        </p:nvSpPr>
        <p:spPr>
          <a:xfrm>
            <a:off x="11199960" y="6415560"/>
            <a:ext cx="609120" cy="365760"/>
          </a:xfrm>
          <a:prstGeom prst="rect">
            <a:avLst/>
          </a:prstGeom>
          <a:noFill/>
          <a:ln w="0">
            <a:noFill/>
          </a:ln>
        </p:spPr>
        <p:txBody>
          <a:bodyPr lIns="91440" rIns="91440" tIns="45720" bIns="45720" anchor="ctr">
            <a:noAutofit/>
          </a:bodyPr>
          <a:lstStyle>
            <a:lvl1pPr indent="0" algn="r" defTabSz="914400">
              <a:lnSpc>
                <a:spcPct val="100000"/>
              </a:lnSpc>
              <a:buNone/>
              <a:defRPr b="0" lang="en-US" sz="1200" spc="-1" strike="noStrike">
                <a:solidFill>
                  <a:srgbClr val="1f497d"/>
                </a:solidFill>
                <a:latin typeface="Zurich Lt BT"/>
              </a:defRPr>
            </a:lvl1pPr>
          </a:lstStyle>
          <a:p>
            <a:pPr indent="0" algn="r" defTabSz="914400">
              <a:lnSpc>
                <a:spcPct val="100000"/>
              </a:lnSpc>
              <a:buNone/>
            </a:pPr>
            <a:fld id="{C1ED2C24-487A-46CE-A9B2-20E93A44D267}" type="slidenum">
              <a:rPr b="0" lang="en-US" sz="1200" spc="-1" strike="noStrike">
                <a:solidFill>
                  <a:srgbClr val="1f497d"/>
                </a:solidFill>
                <a:latin typeface="Zurich Lt BT"/>
              </a:rPr>
              <a:t>&lt;number&gt;</a:t>
            </a:fld>
            <a:endParaRPr b="0" lang="en-IN" sz="1200" spc="-1" strike="noStrike">
              <a:solidFill>
                <a:srgbClr val="000000"/>
              </a:solidFill>
              <a:latin typeface="Times New Roman"/>
            </a:endParaRPr>
          </a:p>
        </p:txBody>
      </p:sp>
      <p:sp>
        <p:nvSpPr>
          <p:cNvPr id="204" name="PlaceHolder 3"/>
          <p:cNvSpPr>
            <a:spLocks noGrp="1"/>
          </p:cNvSpPr>
          <p:nvPr>
            <p:ph/>
          </p:nvPr>
        </p:nvSpPr>
        <p:spPr>
          <a:xfrm>
            <a:off x="379440" y="914400"/>
            <a:ext cx="5638320" cy="4952520"/>
          </a:xfrm>
          <a:prstGeom prst="rect">
            <a:avLst/>
          </a:prstGeom>
          <a:noFill/>
          <a:ln w="28440">
            <a:solidFill>
              <a:schemeClr val="accent1"/>
            </a:solidFill>
            <a:round/>
          </a:ln>
        </p:spPr>
        <p:txBody>
          <a:bodyPr lIns="91440" rIns="91440" tIns="45720" bIns="45720" anchor="t">
            <a:noAutofit/>
          </a:bodyPr>
          <a:p>
            <a:pPr indent="0" defTabSz="914400">
              <a:lnSpc>
                <a:spcPct val="100000"/>
              </a:lnSpc>
              <a:spcBef>
                <a:spcPts val="281"/>
              </a:spcBef>
              <a:buNone/>
              <a:tabLst>
                <a:tab algn="l" pos="0"/>
              </a:tabLst>
            </a:pPr>
            <a:endParaRPr b="0" lang="en-US" sz="1400" spc="-1" strike="noStrike">
              <a:solidFill>
                <a:schemeClr val="dk1"/>
              </a:solidFill>
              <a:latin typeface="Zurich BT"/>
            </a:endParaRPr>
          </a:p>
          <a:p>
            <a:pPr indent="0" defTabSz="914400">
              <a:lnSpc>
                <a:spcPct val="100000"/>
              </a:lnSpc>
              <a:spcBef>
                <a:spcPts val="281"/>
              </a:spcBef>
              <a:buNone/>
              <a:tabLst>
                <a:tab algn="l" pos="0"/>
              </a:tabLst>
            </a:pPr>
            <a:r>
              <a:rPr b="0" lang="en-US" sz="1400" spc="-1" strike="noStrike">
                <a:solidFill>
                  <a:schemeClr val="dk1"/>
                </a:solidFill>
                <a:latin typeface="Mulish SemiBold"/>
              </a:rPr>
              <a:t>Static QR code can be generated online using following string - </a:t>
            </a:r>
            <a:endParaRPr b="0" lang="en-US" sz="1400" spc="-1" strike="noStrike">
              <a:solidFill>
                <a:schemeClr val="dk1"/>
              </a:solidFill>
              <a:latin typeface="Zurich BT"/>
            </a:endParaRPr>
          </a:p>
          <a:p>
            <a:pPr indent="0" defTabSz="914400">
              <a:lnSpc>
                <a:spcPct val="100000"/>
              </a:lnSpc>
              <a:spcBef>
                <a:spcPts val="281"/>
              </a:spcBef>
              <a:buNone/>
              <a:tabLst>
                <a:tab algn="l" pos="0"/>
              </a:tabLst>
            </a:pPr>
            <a:endParaRPr b="0" lang="en-US" sz="1400" spc="-1" strike="noStrike">
              <a:solidFill>
                <a:schemeClr val="dk1"/>
              </a:solidFill>
              <a:latin typeface="Zurich BT"/>
            </a:endParaRPr>
          </a:p>
          <a:p>
            <a:pPr indent="0" defTabSz="914400">
              <a:lnSpc>
                <a:spcPct val="100000"/>
              </a:lnSpc>
              <a:spcBef>
                <a:spcPts val="281"/>
              </a:spcBef>
              <a:buNone/>
              <a:tabLst>
                <a:tab algn="l" pos="0"/>
              </a:tabLst>
            </a:pPr>
            <a:endParaRPr b="0" lang="en-US" sz="1400" spc="-1" strike="noStrike">
              <a:solidFill>
                <a:schemeClr val="dk1"/>
              </a:solidFill>
              <a:latin typeface="Zurich BT"/>
            </a:endParaRPr>
          </a:p>
          <a:p>
            <a:pPr indent="0" defTabSz="914400">
              <a:lnSpc>
                <a:spcPct val="100000"/>
              </a:lnSpc>
              <a:spcBef>
                <a:spcPts val="281"/>
              </a:spcBef>
              <a:buNone/>
              <a:tabLst>
                <a:tab algn="l" pos="0"/>
              </a:tabLst>
            </a:pPr>
            <a:r>
              <a:rPr b="0" lang="en-US" sz="1400" spc="-1" strike="noStrike">
                <a:solidFill>
                  <a:schemeClr val="dk1"/>
                </a:solidFill>
                <a:latin typeface="Zurich BT"/>
              </a:rPr>
              <a:t>upi://pay?pa=&lt;merchant VPA&gt;&amp;pn=&lt;merchant name&gt;&amp;tr=&lt;Refid&gt;&amp;am=&lt;amount&gt;&amp;cu=INR&amp;mc=&lt;MCC code&gt;</a:t>
            </a:r>
            <a:endParaRPr b="0" lang="en-US" sz="1400" spc="-1" strike="noStrike">
              <a:solidFill>
                <a:schemeClr val="dk1"/>
              </a:solidFill>
              <a:latin typeface="Zurich BT"/>
            </a:endParaRPr>
          </a:p>
          <a:p>
            <a:pPr indent="0" defTabSz="914400">
              <a:lnSpc>
                <a:spcPct val="100000"/>
              </a:lnSpc>
              <a:spcBef>
                <a:spcPts val="281"/>
              </a:spcBef>
              <a:buNone/>
              <a:tabLst>
                <a:tab algn="l" pos="0"/>
              </a:tabLst>
            </a:pPr>
            <a:endParaRPr b="0" lang="en-US" sz="1400" spc="-1" strike="noStrike">
              <a:solidFill>
                <a:schemeClr val="dk1"/>
              </a:solidFill>
              <a:latin typeface="Zurich BT"/>
            </a:endParaRPr>
          </a:p>
          <a:p>
            <a:pPr indent="0" defTabSz="914400">
              <a:lnSpc>
                <a:spcPct val="100000"/>
              </a:lnSpc>
              <a:spcBef>
                <a:spcPts val="281"/>
              </a:spcBef>
              <a:buNone/>
              <a:tabLst>
                <a:tab algn="l" pos="0"/>
              </a:tabLst>
            </a:pPr>
            <a:endParaRPr b="0" lang="en-US" sz="1400" spc="-1" strike="noStrike">
              <a:solidFill>
                <a:schemeClr val="dk1"/>
              </a:solidFill>
              <a:latin typeface="Zurich BT"/>
            </a:endParaRPr>
          </a:p>
          <a:p>
            <a:pPr indent="0" defTabSz="914400">
              <a:lnSpc>
                <a:spcPct val="100000"/>
              </a:lnSpc>
              <a:spcBef>
                <a:spcPts val="281"/>
              </a:spcBef>
              <a:buNone/>
              <a:tabLst>
                <a:tab algn="l" pos="0"/>
              </a:tabLst>
            </a:pPr>
            <a:r>
              <a:rPr b="0" lang="en-IN" sz="1400" spc="-1" strike="noStrike">
                <a:solidFill>
                  <a:schemeClr val="dk1"/>
                </a:solidFill>
                <a:latin typeface="Zurich BT"/>
              </a:rPr>
              <a:t>i.e. </a:t>
            </a:r>
            <a:endParaRPr b="0" lang="en-US" sz="1400" spc="-1" strike="noStrike">
              <a:solidFill>
                <a:schemeClr val="dk1"/>
              </a:solidFill>
              <a:latin typeface="Zurich BT"/>
            </a:endParaRPr>
          </a:p>
          <a:p>
            <a:pPr indent="0" defTabSz="914400">
              <a:lnSpc>
                <a:spcPct val="100000"/>
              </a:lnSpc>
              <a:spcBef>
                <a:spcPts val="281"/>
              </a:spcBef>
              <a:buNone/>
              <a:tabLst>
                <a:tab algn="l" pos="0"/>
              </a:tabLst>
            </a:pPr>
            <a:endParaRPr b="0" lang="en-US" sz="1400" spc="-1" strike="noStrike">
              <a:solidFill>
                <a:schemeClr val="dk1"/>
              </a:solidFill>
              <a:latin typeface="Zurich BT"/>
            </a:endParaRPr>
          </a:p>
          <a:p>
            <a:pPr indent="0" defTabSz="914400">
              <a:lnSpc>
                <a:spcPct val="100000"/>
              </a:lnSpc>
              <a:spcBef>
                <a:spcPts val="281"/>
              </a:spcBef>
              <a:buNone/>
              <a:tabLst>
                <a:tab algn="l" pos="0"/>
              </a:tabLst>
            </a:pPr>
            <a:r>
              <a:rPr b="0" lang="en-IN" sz="1400" spc="-1" strike="noStrike">
                <a:solidFill>
                  <a:schemeClr val="dk1"/>
                </a:solidFill>
                <a:latin typeface="Zurich BT"/>
              </a:rPr>
              <a:t>upi://pay?pa=</a:t>
            </a:r>
            <a:r>
              <a:rPr b="1" lang="en-IN" sz="1400" spc="-1" strike="noStrike">
                <a:solidFill>
                  <a:schemeClr val="dk1"/>
                </a:solidFill>
                <a:latin typeface="Zurich BT"/>
              </a:rPr>
              <a:t>ambani108@icici</a:t>
            </a:r>
            <a:r>
              <a:rPr b="0" lang="en-IN" sz="1400" spc="-1" strike="noStrike">
                <a:solidFill>
                  <a:schemeClr val="dk1"/>
                </a:solidFill>
                <a:latin typeface="Zurich BT"/>
              </a:rPr>
              <a:t>&amp;pn=</a:t>
            </a:r>
            <a:r>
              <a:rPr b="1" lang="en-IN" sz="1400" spc="-1" strike="noStrike">
                <a:solidFill>
                  <a:schemeClr val="dk1"/>
                </a:solidFill>
                <a:latin typeface="Zurich BT"/>
              </a:rPr>
              <a:t>adanipvtltd</a:t>
            </a:r>
            <a:r>
              <a:rPr b="0" lang="en-IN" sz="1400" spc="-1" strike="noStrike">
                <a:solidFill>
                  <a:schemeClr val="dk1"/>
                </a:solidFill>
                <a:latin typeface="Zurich BT"/>
              </a:rPr>
              <a:t>&amp;tr=</a:t>
            </a:r>
            <a:r>
              <a:rPr b="1" lang="en-IN" sz="1400" spc="-1" strike="noStrike">
                <a:solidFill>
                  <a:schemeClr val="dk1"/>
                </a:solidFill>
                <a:latin typeface="Zurich BT"/>
              </a:rPr>
              <a:t>MNOreg123</a:t>
            </a:r>
            <a:r>
              <a:rPr b="0" lang="en-IN" sz="1400" spc="-1" strike="noStrike">
                <a:solidFill>
                  <a:schemeClr val="dk1"/>
                </a:solidFill>
                <a:latin typeface="Zurich BT"/>
              </a:rPr>
              <a:t>&amp;am=&amp;cu=</a:t>
            </a:r>
            <a:r>
              <a:rPr b="1" lang="en-IN" sz="1400" spc="-1" strike="noStrike">
                <a:solidFill>
                  <a:schemeClr val="dk1"/>
                </a:solidFill>
                <a:latin typeface="Zurich BT"/>
              </a:rPr>
              <a:t>INR</a:t>
            </a:r>
            <a:r>
              <a:rPr b="0" lang="en-IN" sz="1400" spc="-1" strike="noStrike">
                <a:solidFill>
                  <a:schemeClr val="dk1"/>
                </a:solidFill>
                <a:latin typeface="Zurich BT"/>
              </a:rPr>
              <a:t>&amp;mc=</a:t>
            </a:r>
            <a:r>
              <a:rPr b="1" lang="en-IN" sz="1400" spc="-1" strike="noStrike">
                <a:solidFill>
                  <a:schemeClr val="dk1"/>
                </a:solidFill>
                <a:latin typeface="Zurich BT"/>
              </a:rPr>
              <a:t>5411</a:t>
            </a:r>
            <a:endParaRPr b="0" lang="en-US" sz="1400" spc="-1" strike="noStrike">
              <a:solidFill>
                <a:schemeClr val="dk1"/>
              </a:solidFill>
              <a:latin typeface="Zurich BT"/>
            </a:endParaRPr>
          </a:p>
          <a:p>
            <a:pPr indent="0" defTabSz="914400">
              <a:lnSpc>
                <a:spcPct val="100000"/>
              </a:lnSpc>
              <a:spcBef>
                <a:spcPts val="561"/>
              </a:spcBef>
              <a:buNone/>
              <a:tabLst>
                <a:tab algn="l" pos="0"/>
              </a:tabLst>
            </a:pPr>
            <a:endParaRPr b="0" lang="en-US" sz="2800" spc="-1" strike="noStrike">
              <a:solidFill>
                <a:schemeClr val="dk1"/>
              </a:solidFill>
              <a:latin typeface="Zurich BT"/>
            </a:endParaRPr>
          </a:p>
          <a:p>
            <a:pPr indent="0" defTabSz="914400">
              <a:lnSpc>
                <a:spcPct val="100000"/>
              </a:lnSpc>
              <a:spcBef>
                <a:spcPts val="281"/>
              </a:spcBef>
              <a:buNone/>
              <a:tabLst>
                <a:tab algn="l" pos="0"/>
              </a:tabLst>
            </a:pPr>
            <a:r>
              <a:rPr b="0" lang="en-US" sz="1400" spc="-1" strike="noStrike">
                <a:solidFill>
                  <a:schemeClr val="dk1"/>
                </a:solidFill>
                <a:latin typeface="Mulish SemiBold"/>
              </a:rPr>
              <a:t>By Using 3 Letter Prefix, that bank will configure for Merchant.</a:t>
            </a:r>
            <a:endParaRPr b="0" lang="en-US" sz="1400" spc="-1" strike="noStrike">
              <a:solidFill>
                <a:schemeClr val="dk1"/>
              </a:solidFill>
              <a:latin typeface="Zurich BT"/>
            </a:endParaRPr>
          </a:p>
          <a:p>
            <a:pPr indent="0" defTabSz="914400">
              <a:lnSpc>
                <a:spcPct val="100000"/>
              </a:lnSpc>
              <a:spcBef>
                <a:spcPts val="281"/>
              </a:spcBef>
              <a:buNone/>
              <a:tabLst>
                <a:tab algn="l" pos="0"/>
              </a:tabLst>
            </a:pPr>
            <a:r>
              <a:rPr b="0" lang="en-US" sz="1400" spc="-1" strike="noStrike">
                <a:solidFill>
                  <a:schemeClr val="dk1"/>
                </a:solidFill>
                <a:latin typeface="Mulish SemiBold"/>
              </a:rPr>
              <a:t>In this case, for UAT - we are taking GTZ as prefix.</a:t>
            </a:r>
            <a:r>
              <a:rPr b="0" lang="en-US" sz="1400" spc="-1" strike="noStrike">
                <a:solidFill>
                  <a:schemeClr val="dk1"/>
                </a:solidFill>
                <a:latin typeface="Mulish SemiBold"/>
              </a:rPr>
              <a:t>	</a:t>
            </a:r>
            <a:endParaRPr b="0" lang="en-US" sz="1400" spc="-1" strike="noStrike">
              <a:solidFill>
                <a:schemeClr val="dk1"/>
              </a:solidFill>
              <a:latin typeface="Zurich BT"/>
            </a:endParaRPr>
          </a:p>
          <a:p>
            <a:pPr indent="0" defTabSz="914400">
              <a:lnSpc>
                <a:spcPct val="100000"/>
              </a:lnSpc>
              <a:spcBef>
                <a:spcPts val="281"/>
              </a:spcBef>
              <a:buNone/>
              <a:tabLst>
                <a:tab algn="l" pos="0"/>
              </a:tabLst>
            </a:pPr>
            <a:r>
              <a:rPr b="0" lang="en-US" sz="1400" spc="-1" strike="noStrike">
                <a:solidFill>
                  <a:schemeClr val="dk1"/>
                </a:solidFill>
                <a:latin typeface="Mulish SemiBold"/>
              </a:rPr>
              <a:t>For Prod - we are taking MNO as prefix.</a:t>
            </a:r>
            <a:endParaRPr b="0" lang="en-US" sz="1400" spc="-1" strike="noStrike">
              <a:solidFill>
                <a:schemeClr val="dk1"/>
              </a:solidFill>
              <a:latin typeface="Zurich BT"/>
            </a:endParaRPr>
          </a:p>
          <a:p>
            <a:pPr indent="0" defTabSz="914400">
              <a:lnSpc>
                <a:spcPct val="100000"/>
              </a:lnSpc>
              <a:spcBef>
                <a:spcPts val="281"/>
              </a:spcBef>
              <a:buNone/>
              <a:tabLst>
                <a:tab algn="l" pos="0"/>
              </a:tabLst>
            </a:pPr>
            <a:endParaRPr b="0" lang="en-US" sz="1400" spc="-1" strike="noStrike">
              <a:solidFill>
                <a:schemeClr val="dk1"/>
              </a:solidFill>
              <a:latin typeface="Zurich BT"/>
            </a:endParaRPr>
          </a:p>
        </p:txBody>
      </p:sp>
      <p:sp>
        <p:nvSpPr>
          <p:cNvPr id="205" name="PlaceHolder 4"/>
          <p:cNvSpPr>
            <a:spLocks noGrp="1"/>
          </p:cNvSpPr>
          <p:nvPr>
            <p:ph/>
          </p:nvPr>
        </p:nvSpPr>
        <p:spPr>
          <a:xfrm>
            <a:off x="6627960" y="914400"/>
            <a:ext cx="5028840" cy="4952520"/>
          </a:xfrm>
          <a:prstGeom prst="rect">
            <a:avLst/>
          </a:prstGeom>
          <a:noFill/>
          <a:ln w="28440">
            <a:solidFill>
              <a:schemeClr val="accent1"/>
            </a:solidFill>
            <a:round/>
          </a:ln>
        </p:spPr>
        <p:txBody>
          <a:bodyPr lIns="91440" rIns="91440" tIns="45720" bIns="45720" anchor="t">
            <a:noAutofit/>
          </a:bodyPr>
          <a:p>
            <a:pPr indent="0" defTabSz="914400">
              <a:lnSpc>
                <a:spcPct val="100000"/>
              </a:lnSpc>
              <a:spcBef>
                <a:spcPts val="281"/>
              </a:spcBef>
              <a:buNone/>
              <a:tabLst>
                <a:tab algn="l" pos="0"/>
              </a:tabLst>
            </a:pPr>
            <a:endParaRPr b="0" lang="en-US" sz="1400" spc="-1" strike="noStrike">
              <a:solidFill>
                <a:schemeClr val="dk1"/>
              </a:solidFill>
              <a:latin typeface="Zurich BT"/>
            </a:endParaRPr>
          </a:p>
          <a:p>
            <a:pPr indent="0" defTabSz="914400">
              <a:lnSpc>
                <a:spcPct val="100000"/>
              </a:lnSpc>
              <a:spcBef>
                <a:spcPts val="360"/>
              </a:spcBef>
              <a:buNone/>
              <a:tabLst>
                <a:tab algn="l" pos="0"/>
              </a:tabLst>
            </a:pPr>
            <a:r>
              <a:rPr b="0" lang="en-US" sz="1800" spc="-1" strike="noStrike">
                <a:solidFill>
                  <a:schemeClr val="dk1"/>
                </a:solidFill>
                <a:latin typeface="Zurich BT"/>
              </a:rPr>
              <a:t>Callback response:</a:t>
            </a:r>
            <a:endParaRPr b="0" lang="en-US" sz="1800" spc="-1" strike="noStrike">
              <a:solidFill>
                <a:schemeClr val="dk1"/>
              </a:solidFill>
              <a:latin typeface="Zurich BT"/>
            </a:endParaRPr>
          </a:p>
          <a:p>
            <a:pPr indent="0" defTabSz="914400">
              <a:lnSpc>
                <a:spcPct val="100000"/>
              </a:lnSpc>
              <a:spcBef>
                <a:spcPts val="281"/>
              </a:spcBef>
              <a:buNone/>
              <a:tabLst>
                <a:tab algn="l" pos="0"/>
              </a:tabLst>
            </a:pPr>
            <a:r>
              <a:rPr b="0" lang="en-US" sz="1400" spc="-1" strike="noStrike">
                <a:solidFill>
                  <a:schemeClr val="dk1"/>
                </a:solidFill>
                <a:latin typeface="Zurich BT"/>
              </a:rPr>
              <a:t> </a:t>
            </a:r>
            <a:endParaRPr b="0" lang="en-US" sz="1400" spc="-1" strike="noStrike">
              <a:solidFill>
                <a:schemeClr val="dk1"/>
              </a:solidFill>
              <a:latin typeface="Zurich BT"/>
            </a:endParaRPr>
          </a:p>
          <a:p>
            <a:pPr marL="342720" indent="-342720" defTabSz="914400">
              <a:lnSpc>
                <a:spcPct val="100000"/>
              </a:lnSpc>
              <a:spcBef>
                <a:spcPts val="281"/>
              </a:spcBef>
              <a:buClr>
                <a:srgbClr val="000000"/>
              </a:buClr>
              <a:buFont typeface="Arial"/>
              <a:buChar char="•"/>
              <a:tabLst>
                <a:tab algn="l" pos="0"/>
              </a:tabLst>
            </a:pPr>
            <a:r>
              <a:rPr b="0" lang="en-US" sz="1400" spc="-1" strike="noStrike">
                <a:solidFill>
                  <a:schemeClr val="dk1"/>
                </a:solidFill>
                <a:latin typeface="Zurich BT"/>
              </a:rPr>
              <a:t>{</a:t>
            </a:r>
            <a:endParaRPr b="0" lang="en-US" sz="1400" spc="-1" strike="noStrike">
              <a:solidFill>
                <a:schemeClr val="dk1"/>
              </a:solidFill>
              <a:latin typeface="Zurich BT"/>
            </a:endParaRPr>
          </a:p>
          <a:p>
            <a:pPr marL="342720" indent="-342720" defTabSz="914400">
              <a:lnSpc>
                <a:spcPct val="100000"/>
              </a:lnSpc>
              <a:spcBef>
                <a:spcPts val="281"/>
              </a:spcBef>
              <a:buClr>
                <a:srgbClr val="000000"/>
              </a:buClr>
              <a:buFont typeface="Arial"/>
              <a:buChar char="•"/>
              <a:tabLst>
                <a:tab algn="l" pos="0"/>
              </a:tabLst>
            </a:pPr>
            <a:r>
              <a:rPr b="0" lang="en-US" sz="1400" spc="-1" strike="noStrike">
                <a:solidFill>
                  <a:schemeClr val="dk1"/>
                </a:solidFill>
                <a:latin typeface="Zurich BT"/>
              </a:rPr>
              <a:t>"merchantId" : "400919",</a:t>
            </a:r>
            <a:endParaRPr b="0" lang="en-US" sz="1400" spc="-1" strike="noStrike">
              <a:solidFill>
                <a:schemeClr val="dk1"/>
              </a:solidFill>
              <a:latin typeface="Zurich BT"/>
            </a:endParaRPr>
          </a:p>
          <a:p>
            <a:pPr marL="342720" indent="-342720" defTabSz="914400">
              <a:lnSpc>
                <a:spcPct val="100000"/>
              </a:lnSpc>
              <a:spcBef>
                <a:spcPts val="281"/>
              </a:spcBef>
              <a:buClr>
                <a:srgbClr val="000000"/>
              </a:buClr>
              <a:buFont typeface="Arial"/>
              <a:buChar char="•"/>
              <a:tabLst>
                <a:tab algn="l" pos="0"/>
              </a:tabLst>
            </a:pPr>
            <a:r>
              <a:rPr b="0" lang="en-US" sz="1400" spc="-1" strike="noStrike">
                <a:solidFill>
                  <a:schemeClr val="dk1"/>
                </a:solidFill>
                <a:latin typeface="Zurich BT"/>
              </a:rPr>
              <a:t>"subMerchantId" : "12234",</a:t>
            </a:r>
            <a:endParaRPr b="0" lang="en-US" sz="1400" spc="-1" strike="noStrike">
              <a:solidFill>
                <a:schemeClr val="dk1"/>
              </a:solidFill>
              <a:latin typeface="Zurich BT"/>
            </a:endParaRPr>
          </a:p>
          <a:p>
            <a:pPr marL="342720" indent="-342720" defTabSz="914400">
              <a:lnSpc>
                <a:spcPct val="100000"/>
              </a:lnSpc>
              <a:spcBef>
                <a:spcPts val="281"/>
              </a:spcBef>
              <a:buClr>
                <a:srgbClr val="000000"/>
              </a:buClr>
              <a:buFont typeface="Arial"/>
              <a:buChar char="•"/>
              <a:tabLst>
                <a:tab algn="l" pos="0"/>
              </a:tabLst>
            </a:pPr>
            <a:r>
              <a:rPr b="0" lang="en-US" sz="1400" spc="-1" strike="noStrike">
                <a:solidFill>
                  <a:schemeClr val="dk1"/>
                </a:solidFill>
                <a:latin typeface="Zurich BT"/>
              </a:rPr>
              <a:t>"terminalId" : "5411",</a:t>
            </a:r>
            <a:endParaRPr b="0" lang="en-US" sz="1400" spc="-1" strike="noStrike">
              <a:solidFill>
                <a:schemeClr val="dk1"/>
              </a:solidFill>
              <a:latin typeface="Zurich BT"/>
            </a:endParaRPr>
          </a:p>
          <a:p>
            <a:pPr marL="342720" indent="-342720" defTabSz="914400">
              <a:lnSpc>
                <a:spcPct val="100000"/>
              </a:lnSpc>
              <a:spcBef>
                <a:spcPts val="281"/>
              </a:spcBef>
              <a:buClr>
                <a:srgbClr val="000000"/>
              </a:buClr>
              <a:buFont typeface="Arial"/>
              <a:buChar char="•"/>
              <a:tabLst>
                <a:tab algn="l" pos="0"/>
              </a:tabLst>
            </a:pPr>
            <a:r>
              <a:rPr b="0" lang="en-US" sz="1400" spc="-1" strike="noStrike">
                <a:solidFill>
                  <a:schemeClr val="dk1"/>
                </a:solidFill>
                <a:latin typeface="Zurich BT"/>
              </a:rPr>
              <a:t>"BankRRN" : "615519221396",</a:t>
            </a:r>
            <a:endParaRPr b="0" lang="en-US" sz="1400" spc="-1" strike="noStrike">
              <a:solidFill>
                <a:schemeClr val="dk1"/>
              </a:solidFill>
              <a:latin typeface="Zurich BT"/>
            </a:endParaRPr>
          </a:p>
          <a:p>
            <a:pPr marL="342720" indent="-342720" defTabSz="914400">
              <a:lnSpc>
                <a:spcPct val="100000"/>
              </a:lnSpc>
              <a:spcBef>
                <a:spcPts val="281"/>
              </a:spcBef>
              <a:buClr>
                <a:srgbClr val="000000"/>
              </a:buClr>
              <a:buFont typeface="Arial"/>
              <a:buChar char="•"/>
              <a:tabLst>
                <a:tab algn="l" pos="0"/>
              </a:tabLst>
            </a:pPr>
            <a:r>
              <a:rPr b="0" lang="en-US" sz="1400" spc="-1" strike="noStrike">
                <a:solidFill>
                  <a:schemeClr val="dk1"/>
                </a:solidFill>
                <a:latin typeface="Zurich BT"/>
              </a:rPr>
              <a:t>"merchantTranId" : " reg123",</a:t>
            </a:r>
            <a:endParaRPr b="0" lang="en-US" sz="1400" spc="-1" strike="noStrike">
              <a:solidFill>
                <a:schemeClr val="dk1"/>
              </a:solidFill>
              <a:latin typeface="Zurich BT"/>
            </a:endParaRPr>
          </a:p>
          <a:p>
            <a:pPr marL="342720" indent="-342720" defTabSz="914400">
              <a:lnSpc>
                <a:spcPct val="100000"/>
              </a:lnSpc>
              <a:spcBef>
                <a:spcPts val="281"/>
              </a:spcBef>
              <a:buClr>
                <a:srgbClr val="000000"/>
              </a:buClr>
              <a:buFont typeface="Arial"/>
              <a:buChar char="•"/>
              <a:tabLst>
                <a:tab algn="l" pos="0"/>
              </a:tabLst>
            </a:pPr>
            <a:r>
              <a:rPr b="0" lang="en-US" sz="1400" spc="-1" strike="noStrike">
                <a:solidFill>
                  <a:schemeClr val="dk1"/>
                </a:solidFill>
                <a:latin typeface="Zurich BT"/>
              </a:rPr>
              <a:t>"PayerName" : "hhjjj",</a:t>
            </a:r>
            <a:endParaRPr b="0" lang="en-US" sz="1400" spc="-1" strike="noStrike">
              <a:solidFill>
                <a:schemeClr val="dk1"/>
              </a:solidFill>
              <a:latin typeface="Zurich BT"/>
            </a:endParaRPr>
          </a:p>
          <a:p>
            <a:pPr marL="342720" indent="-342720" defTabSz="914400">
              <a:lnSpc>
                <a:spcPct val="100000"/>
              </a:lnSpc>
              <a:spcBef>
                <a:spcPts val="281"/>
              </a:spcBef>
              <a:buClr>
                <a:srgbClr val="000000"/>
              </a:buClr>
              <a:buFont typeface="Arial"/>
              <a:buChar char="•"/>
              <a:tabLst>
                <a:tab algn="l" pos="0"/>
              </a:tabLst>
            </a:pPr>
            <a:r>
              <a:rPr b="0" lang="en-US" sz="1400" spc="-1" strike="noStrike">
                <a:solidFill>
                  <a:schemeClr val="dk1"/>
                </a:solidFill>
                <a:latin typeface="Zurich BT"/>
              </a:rPr>
              <a:t>"PayerMobile" : "000000000",</a:t>
            </a:r>
            <a:endParaRPr b="0" lang="en-US" sz="1400" spc="-1" strike="noStrike">
              <a:solidFill>
                <a:schemeClr val="dk1"/>
              </a:solidFill>
              <a:latin typeface="Zurich BT"/>
            </a:endParaRPr>
          </a:p>
          <a:p>
            <a:pPr marL="342720" indent="-342720" defTabSz="914400">
              <a:lnSpc>
                <a:spcPct val="100000"/>
              </a:lnSpc>
              <a:spcBef>
                <a:spcPts val="281"/>
              </a:spcBef>
              <a:buClr>
                <a:srgbClr val="000000"/>
              </a:buClr>
              <a:buFont typeface="Arial"/>
              <a:buChar char="•"/>
              <a:tabLst>
                <a:tab algn="l" pos="0"/>
              </a:tabLst>
            </a:pPr>
            <a:r>
              <a:rPr b="0" lang="en-US" sz="1400" spc="-1" strike="noStrike">
                <a:solidFill>
                  <a:schemeClr val="dk1"/>
                </a:solidFill>
                <a:latin typeface="Zurich BT"/>
              </a:rPr>
              <a:t>"PayerVA" : "testing1@imobile",</a:t>
            </a:r>
            <a:endParaRPr b="0" lang="en-US" sz="1400" spc="-1" strike="noStrike">
              <a:solidFill>
                <a:schemeClr val="dk1"/>
              </a:solidFill>
              <a:latin typeface="Zurich BT"/>
            </a:endParaRPr>
          </a:p>
          <a:p>
            <a:pPr marL="342720" indent="-342720" defTabSz="914400">
              <a:lnSpc>
                <a:spcPct val="100000"/>
              </a:lnSpc>
              <a:spcBef>
                <a:spcPts val="281"/>
              </a:spcBef>
              <a:buClr>
                <a:srgbClr val="000000"/>
              </a:buClr>
              <a:buFont typeface="Arial"/>
              <a:buChar char="•"/>
              <a:tabLst>
                <a:tab algn="l" pos="0"/>
              </a:tabLst>
            </a:pPr>
            <a:r>
              <a:rPr b="0" lang="en-US" sz="1400" spc="-1" strike="noStrike">
                <a:solidFill>
                  <a:schemeClr val="dk1"/>
                </a:solidFill>
                <a:latin typeface="Zurich BT"/>
              </a:rPr>
              <a:t>"PayerAmount" : "12",</a:t>
            </a:r>
            <a:endParaRPr b="0" lang="en-US" sz="1400" spc="-1" strike="noStrike">
              <a:solidFill>
                <a:schemeClr val="dk1"/>
              </a:solidFill>
              <a:latin typeface="Zurich BT"/>
            </a:endParaRPr>
          </a:p>
          <a:p>
            <a:pPr marL="342720" indent="-342720" defTabSz="914400">
              <a:lnSpc>
                <a:spcPct val="100000"/>
              </a:lnSpc>
              <a:spcBef>
                <a:spcPts val="281"/>
              </a:spcBef>
              <a:buClr>
                <a:srgbClr val="000000"/>
              </a:buClr>
              <a:buFont typeface="Arial"/>
              <a:buChar char="•"/>
              <a:tabLst>
                <a:tab algn="l" pos="0"/>
              </a:tabLst>
            </a:pPr>
            <a:r>
              <a:rPr b="0" lang="en-US" sz="1400" spc="-1" strike="noStrike">
                <a:solidFill>
                  <a:schemeClr val="dk1"/>
                </a:solidFill>
                <a:latin typeface="Zurich BT"/>
              </a:rPr>
              <a:t>"TxnStatus" : "SUCCESS",</a:t>
            </a:r>
            <a:endParaRPr b="0" lang="en-US" sz="1400" spc="-1" strike="noStrike">
              <a:solidFill>
                <a:schemeClr val="dk1"/>
              </a:solidFill>
              <a:latin typeface="Zurich BT"/>
            </a:endParaRPr>
          </a:p>
          <a:p>
            <a:pPr marL="342720" indent="-342720" defTabSz="914400">
              <a:lnSpc>
                <a:spcPct val="100000"/>
              </a:lnSpc>
              <a:spcBef>
                <a:spcPts val="281"/>
              </a:spcBef>
              <a:buClr>
                <a:srgbClr val="000000"/>
              </a:buClr>
              <a:buFont typeface="Arial"/>
              <a:buChar char="•"/>
              <a:tabLst>
                <a:tab algn="l" pos="0"/>
              </a:tabLst>
            </a:pPr>
            <a:r>
              <a:rPr b="0" lang="en-US" sz="1400" spc="-1" strike="noStrike">
                <a:solidFill>
                  <a:schemeClr val="dk1"/>
                </a:solidFill>
                <a:latin typeface="Zurich BT"/>
              </a:rPr>
              <a:t>"TxnInitDate" : "20160715142352",</a:t>
            </a:r>
            <a:endParaRPr b="0" lang="en-US" sz="1400" spc="-1" strike="noStrike">
              <a:solidFill>
                <a:schemeClr val="dk1"/>
              </a:solidFill>
              <a:latin typeface="Zurich BT"/>
            </a:endParaRPr>
          </a:p>
          <a:p>
            <a:pPr marL="342720" indent="-342720" defTabSz="914400">
              <a:lnSpc>
                <a:spcPct val="100000"/>
              </a:lnSpc>
              <a:spcBef>
                <a:spcPts val="281"/>
              </a:spcBef>
              <a:buClr>
                <a:srgbClr val="000000"/>
              </a:buClr>
              <a:buFont typeface="Arial"/>
              <a:buChar char="•"/>
              <a:tabLst>
                <a:tab algn="l" pos="0"/>
              </a:tabLst>
            </a:pPr>
            <a:r>
              <a:rPr b="0" lang="en-US" sz="1400" spc="-1" strike="noStrike">
                <a:solidFill>
                  <a:schemeClr val="dk1"/>
                </a:solidFill>
                <a:latin typeface="Zurich BT"/>
              </a:rPr>
              <a:t>"TxnCompletionDate" : "20160715142352"</a:t>
            </a:r>
            <a:endParaRPr b="0" lang="en-US" sz="1400" spc="-1" strike="noStrike">
              <a:solidFill>
                <a:schemeClr val="dk1"/>
              </a:solidFill>
              <a:latin typeface="Zurich BT"/>
            </a:endParaRPr>
          </a:p>
          <a:p>
            <a:pPr marL="342720" indent="-342720" defTabSz="914400">
              <a:lnSpc>
                <a:spcPct val="100000"/>
              </a:lnSpc>
              <a:spcBef>
                <a:spcPts val="281"/>
              </a:spcBef>
              <a:buClr>
                <a:srgbClr val="000000"/>
              </a:buClr>
              <a:buFont typeface="Arial"/>
              <a:buChar char="•"/>
              <a:tabLst>
                <a:tab algn="l" pos="0"/>
              </a:tabLst>
            </a:pPr>
            <a:r>
              <a:rPr b="0" lang="en-US" sz="1400" spc="-1" strike="noStrike">
                <a:solidFill>
                  <a:schemeClr val="dk1"/>
                </a:solidFill>
                <a:latin typeface="Zurich BT"/>
              </a:rPr>
              <a:t>}</a:t>
            </a:r>
            <a:endParaRPr b="0" lang="en-US" sz="1400" spc="-1" strike="noStrike">
              <a:solidFill>
                <a:schemeClr val="dk1"/>
              </a:solidFill>
              <a:latin typeface="Zurich BT"/>
            </a:endParaRPr>
          </a:p>
          <a:p>
            <a:pPr indent="0" defTabSz="914400">
              <a:lnSpc>
                <a:spcPct val="100000"/>
              </a:lnSpc>
              <a:spcBef>
                <a:spcPts val="281"/>
              </a:spcBef>
              <a:buNone/>
              <a:tabLst>
                <a:tab algn="l" pos="0"/>
              </a:tabLst>
            </a:pPr>
            <a:endParaRPr b="0" lang="en-US" sz="1400" spc="-1" strike="noStrike">
              <a:solidFill>
                <a:schemeClr val="dk1"/>
              </a:solidFill>
              <a:latin typeface="Zurich BT"/>
            </a:endParaRPr>
          </a:p>
        </p:txBody>
      </p:sp>
    </p:spTree>
  </p:cSld>
  <mc:AlternateContent>
    <mc:Choice Requires="p14">
      <p:transition spd="slow" p14:dur="2000"/>
    </mc:Choice>
    <mc:Fallback>
      <p:transition spd="slow"/>
    </mc:Fallback>
  </mc:AlternateContent>
</p:sld>
</file>

<file path=ppt/slides/slide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06" name="PlaceHolder 1"/>
          <p:cNvSpPr>
            <a:spLocks noGrp="1"/>
          </p:cNvSpPr>
          <p:nvPr>
            <p:ph/>
          </p:nvPr>
        </p:nvSpPr>
        <p:spPr>
          <a:xfrm>
            <a:off x="203040" y="237240"/>
            <a:ext cx="11683800" cy="753120"/>
          </a:xfrm>
          <a:prstGeom prst="rect">
            <a:avLst/>
          </a:prstGeom>
          <a:noFill/>
          <a:ln w="0">
            <a:noFill/>
          </a:ln>
        </p:spPr>
        <p:txBody>
          <a:bodyPr lIns="91440" rIns="91440" tIns="45720" bIns="45720" anchor="t">
            <a:noAutofit/>
          </a:bodyPr>
          <a:p>
            <a:pPr indent="0" defTabSz="914400">
              <a:lnSpc>
                <a:spcPct val="100000"/>
              </a:lnSpc>
              <a:spcBef>
                <a:spcPts val="281"/>
              </a:spcBef>
              <a:buNone/>
              <a:tabLst>
                <a:tab algn="l" pos="0"/>
              </a:tabLst>
            </a:pPr>
            <a:r>
              <a:rPr b="1" lang="en-US" sz="1400" spc="-1" strike="noStrike">
                <a:solidFill>
                  <a:schemeClr val="accent2"/>
                </a:solidFill>
                <a:latin typeface="Zurich BT"/>
              </a:rPr>
              <a:t>Merchant has a Static QR Code pasted on their shop. The QR Code has the UPI VPA of the merchant embedded in it, which is used to make a payment to the merchant. Customer here, has to manually enter the payment amount before the PIN. </a:t>
            </a:r>
            <a:endParaRPr b="0" lang="en-US" sz="1400" spc="-1" strike="noStrike">
              <a:solidFill>
                <a:schemeClr val="dk1"/>
              </a:solidFill>
              <a:latin typeface="Zurich BT"/>
            </a:endParaRPr>
          </a:p>
          <a:p>
            <a:pPr indent="0" defTabSz="914400">
              <a:lnSpc>
                <a:spcPct val="100000"/>
              </a:lnSpc>
              <a:spcBef>
                <a:spcPts val="281"/>
              </a:spcBef>
              <a:buNone/>
              <a:tabLst>
                <a:tab algn="l" pos="0"/>
              </a:tabLst>
            </a:pPr>
            <a:endParaRPr b="0" lang="en-US" sz="1400" spc="-1" strike="noStrike">
              <a:solidFill>
                <a:schemeClr val="dk1"/>
              </a:solidFill>
              <a:latin typeface="Zurich BT"/>
            </a:endParaRPr>
          </a:p>
        </p:txBody>
      </p:sp>
      <p:sp>
        <p:nvSpPr>
          <p:cNvPr id="207" name="PlaceHolder 2"/>
          <p:cNvSpPr>
            <a:spLocks noGrp="1"/>
          </p:cNvSpPr>
          <p:nvPr>
            <p:ph type="sldNum" idx="36"/>
          </p:nvPr>
        </p:nvSpPr>
        <p:spPr>
          <a:xfrm>
            <a:off x="11199960" y="6415560"/>
            <a:ext cx="609120" cy="365760"/>
          </a:xfrm>
          <a:prstGeom prst="rect">
            <a:avLst/>
          </a:prstGeom>
          <a:noFill/>
          <a:ln w="0">
            <a:noFill/>
          </a:ln>
        </p:spPr>
        <p:txBody>
          <a:bodyPr lIns="91440" rIns="91440" tIns="45720" bIns="45720" anchor="ctr">
            <a:noAutofit/>
          </a:bodyPr>
          <a:lstStyle>
            <a:lvl1pPr indent="0" algn="r" defTabSz="914400">
              <a:lnSpc>
                <a:spcPct val="100000"/>
              </a:lnSpc>
              <a:buNone/>
              <a:defRPr b="0" lang="en-US" sz="1200" spc="-1" strike="noStrike">
                <a:solidFill>
                  <a:srgbClr val="1f497d"/>
                </a:solidFill>
                <a:latin typeface="Zurich Lt BT"/>
              </a:defRPr>
            </a:lvl1pPr>
          </a:lstStyle>
          <a:p>
            <a:pPr indent="0" algn="r" defTabSz="914400">
              <a:lnSpc>
                <a:spcPct val="100000"/>
              </a:lnSpc>
              <a:buNone/>
            </a:pPr>
            <a:fld id="{D117EEF5-6B20-49DB-AA95-DE3FB8C642CE}" type="slidenum">
              <a:rPr b="0" lang="en-US" sz="1200" spc="-1" strike="noStrike">
                <a:solidFill>
                  <a:srgbClr val="1f497d"/>
                </a:solidFill>
                <a:latin typeface="Zurich Lt BT"/>
              </a:rPr>
              <a:t>&lt;number&gt;</a:t>
            </a:fld>
            <a:endParaRPr b="0" lang="en-IN" sz="1200" spc="-1" strike="noStrike">
              <a:solidFill>
                <a:srgbClr val="000000"/>
              </a:solidFill>
              <a:latin typeface="Times New Roman"/>
            </a:endParaRPr>
          </a:p>
        </p:txBody>
      </p:sp>
      <p:grpSp>
        <p:nvGrpSpPr>
          <p:cNvPr id="208" name="Group 9"/>
          <p:cNvGrpSpPr/>
          <p:nvPr/>
        </p:nvGrpSpPr>
        <p:grpSpPr>
          <a:xfrm>
            <a:off x="-6120" y="1066680"/>
            <a:ext cx="12194640" cy="4952880"/>
            <a:chOff x="-6120" y="1066680"/>
            <a:chExt cx="12194640" cy="4952880"/>
          </a:xfrm>
        </p:grpSpPr>
        <p:pic>
          <p:nvPicPr>
            <p:cNvPr id="209" name="Picture 10" descr="247434393249035296320381"/>
            <p:cNvPicPr/>
            <p:nvPr/>
          </p:nvPicPr>
          <p:blipFill>
            <a:blip r:embed="rId1"/>
            <a:stretch/>
          </p:blipFill>
          <p:spPr>
            <a:xfrm>
              <a:off x="9365040" y="1066680"/>
              <a:ext cx="2659320" cy="4480200"/>
            </a:xfrm>
            <a:prstGeom prst="rect">
              <a:avLst/>
            </a:prstGeom>
            <a:ln w="0">
              <a:noFill/>
            </a:ln>
          </p:spPr>
        </p:pic>
        <p:pic>
          <p:nvPicPr>
            <p:cNvPr id="210" name="Picture 11" descr=""/>
            <p:cNvPicPr/>
            <p:nvPr/>
          </p:nvPicPr>
          <p:blipFill>
            <a:blip r:embed="rId2"/>
            <a:stretch/>
          </p:blipFill>
          <p:spPr>
            <a:xfrm>
              <a:off x="3338640" y="1066680"/>
              <a:ext cx="2659320" cy="4480200"/>
            </a:xfrm>
            <a:prstGeom prst="rect">
              <a:avLst/>
            </a:prstGeom>
            <a:ln w="0">
              <a:noFill/>
            </a:ln>
          </p:spPr>
        </p:pic>
        <p:pic>
          <p:nvPicPr>
            <p:cNvPr id="211" name="Picture 12" descr=""/>
            <p:cNvPicPr/>
            <p:nvPr/>
          </p:nvPicPr>
          <p:blipFill>
            <a:blip r:embed="rId3"/>
            <a:stretch/>
          </p:blipFill>
          <p:spPr>
            <a:xfrm>
              <a:off x="6356160" y="1066680"/>
              <a:ext cx="2659320" cy="4480200"/>
            </a:xfrm>
            <a:prstGeom prst="rect">
              <a:avLst/>
            </a:prstGeom>
            <a:ln w="0">
              <a:noFill/>
            </a:ln>
          </p:spPr>
        </p:pic>
        <p:pic>
          <p:nvPicPr>
            <p:cNvPr id="212" name="Picture 13" descr=""/>
            <p:cNvPicPr/>
            <p:nvPr/>
          </p:nvPicPr>
          <p:blipFill>
            <a:blip r:embed="rId4"/>
            <a:stretch/>
          </p:blipFill>
          <p:spPr>
            <a:xfrm>
              <a:off x="194040" y="1066680"/>
              <a:ext cx="2794680" cy="3323160"/>
            </a:xfrm>
            <a:prstGeom prst="rect">
              <a:avLst/>
            </a:prstGeom>
            <a:ln w="0">
              <a:noFill/>
            </a:ln>
          </p:spPr>
        </p:pic>
        <p:sp>
          <p:nvSpPr>
            <p:cNvPr id="213" name="TextBox 11"/>
            <p:cNvSpPr/>
            <p:nvPr/>
          </p:nvSpPr>
          <p:spPr>
            <a:xfrm>
              <a:off x="-6120" y="5546880"/>
              <a:ext cx="2979360" cy="451440"/>
            </a:xfrm>
            <a:prstGeom prst="rect">
              <a:avLst/>
            </a:prstGeom>
            <a:noFill/>
            <a:ln w="0">
              <a:noFill/>
            </a:ln>
          </p:spPr>
          <p:style>
            <a:lnRef idx="0"/>
            <a:fillRef idx="0"/>
            <a:effectRef idx="0"/>
            <a:fontRef idx="minor"/>
          </p:style>
          <p:txBody>
            <a:bodyPr lIns="90000" rIns="90000" tIns="45000" bIns="45000" anchor="t">
              <a:noAutofit/>
            </a:bodyPr>
            <a:p>
              <a:pPr defTabSz="914400">
                <a:lnSpc>
                  <a:spcPct val="107000"/>
                </a:lnSpc>
              </a:pPr>
              <a:r>
                <a:rPr b="0" lang="en-US" sz="1100" spc="-1" strike="noStrike">
                  <a:solidFill>
                    <a:srgbClr val="972917"/>
                  </a:solidFill>
                  <a:latin typeface="Open Sans"/>
                  <a:ea typeface="Open Sans"/>
                </a:rPr>
                <a:t>Customer scans the QR code at merchant location</a:t>
              </a:r>
              <a:endParaRPr b="0" lang="en-IN" sz="1100" spc="-1" strike="noStrike">
                <a:solidFill>
                  <a:srgbClr val="000000"/>
                </a:solidFill>
                <a:latin typeface="Arial"/>
              </a:endParaRPr>
            </a:p>
          </p:txBody>
        </p:sp>
        <p:sp>
          <p:nvSpPr>
            <p:cNvPr id="214" name="TextBox 12"/>
            <p:cNvSpPr/>
            <p:nvPr/>
          </p:nvSpPr>
          <p:spPr>
            <a:xfrm>
              <a:off x="3089520" y="5568120"/>
              <a:ext cx="2979360" cy="451440"/>
            </a:xfrm>
            <a:prstGeom prst="rect">
              <a:avLst/>
            </a:prstGeom>
            <a:noFill/>
            <a:ln w="0">
              <a:noFill/>
            </a:ln>
          </p:spPr>
          <p:style>
            <a:lnRef idx="0"/>
            <a:fillRef idx="0"/>
            <a:effectRef idx="0"/>
            <a:fontRef idx="minor"/>
          </p:style>
          <p:txBody>
            <a:bodyPr lIns="90000" rIns="90000" tIns="45000" bIns="45000" anchor="t">
              <a:noAutofit/>
            </a:bodyPr>
            <a:p>
              <a:pPr algn="ctr" defTabSz="914400">
                <a:lnSpc>
                  <a:spcPct val="107000"/>
                </a:lnSpc>
              </a:pPr>
              <a:r>
                <a:rPr b="0" lang="en-US" sz="1100" spc="-1" strike="noStrike">
                  <a:solidFill>
                    <a:srgbClr val="972917"/>
                  </a:solidFill>
                  <a:latin typeface="Open Sans"/>
                  <a:ea typeface="Open Sans"/>
                </a:rPr>
                <a:t>UPI app prompts the user to enter the amount</a:t>
              </a:r>
              <a:endParaRPr b="0" lang="en-IN" sz="1100" spc="-1" strike="noStrike">
                <a:solidFill>
                  <a:srgbClr val="000000"/>
                </a:solidFill>
                <a:latin typeface="Arial"/>
              </a:endParaRPr>
            </a:p>
          </p:txBody>
        </p:sp>
        <p:sp>
          <p:nvSpPr>
            <p:cNvPr id="215" name="TextBox 13"/>
            <p:cNvSpPr/>
            <p:nvPr/>
          </p:nvSpPr>
          <p:spPr>
            <a:xfrm>
              <a:off x="6042960" y="5568120"/>
              <a:ext cx="2978640" cy="451440"/>
            </a:xfrm>
            <a:prstGeom prst="rect">
              <a:avLst/>
            </a:prstGeom>
            <a:noFill/>
            <a:ln w="0">
              <a:noFill/>
            </a:ln>
          </p:spPr>
          <p:style>
            <a:lnRef idx="0"/>
            <a:fillRef idx="0"/>
            <a:effectRef idx="0"/>
            <a:fontRef idx="minor"/>
          </p:style>
          <p:txBody>
            <a:bodyPr lIns="90000" rIns="90000" tIns="45000" bIns="45000" anchor="t">
              <a:noAutofit/>
            </a:bodyPr>
            <a:p>
              <a:pPr algn="ctr" defTabSz="914400">
                <a:lnSpc>
                  <a:spcPct val="107000"/>
                </a:lnSpc>
              </a:pPr>
              <a:r>
                <a:rPr b="0" lang="en-US" sz="1100" spc="-1" strike="noStrike">
                  <a:solidFill>
                    <a:srgbClr val="972917"/>
                  </a:solidFill>
                  <a:latin typeface="Open Sans"/>
                  <a:ea typeface="Open Sans"/>
                </a:rPr>
                <a:t>The bill amount is put in by the customer himself</a:t>
              </a:r>
              <a:endParaRPr b="0" lang="en-IN" sz="1100" spc="-1" strike="noStrike">
                <a:solidFill>
                  <a:srgbClr val="000000"/>
                </a:solidFill>
                <a:latin typeface="Arial"/>
              </a:endParaRPr>
            </a:p>
          </p:txBody>
        </p:sp>
        <p:sp>
          <p:nvSpPr>
            <p:cNvPr id="216" name="TextBox 14"/>
            <p:cNvSpPr/>
            <p:nvPr/>
          </p:nvSpPr>
          <p:spPr>
            <a:xfrm>
              <a:off x="9209160" y="5568120"/>
              <a:ext cx="2979360" cy="451440"/>
            </a:xfrm>
            <a:prstGeom prst="rect">
              <a:avLst/>
            </a:prstGeom>
            <a:noFill/>
            <a:ln w="0">
              <a:noFill/>
            </a:ln>
          </p:spPr>
          <p:style>
            <a:lnRef idx="0"/>
            <a:fillRef idx="0"/>
            <a:effectRef idx="0"/>
            <a:fontRef idx="minor"/>
          </p:style>
          <p:txBody>
            <a:bodyPr lIns="90000" rIns="90000" tIns="45000" bIns="45000" anchor="t">
              <a:noAutofit/>
            </a:bodyPr>
            <a:p>
              <a:pPr algn="ctr" defTabSz="914400">
                <a:lnSpc>
                  <a:spcPct val="107000"/>
                </a:lnSpc>
              </a:pPr>
              <a:r>
                <a:rPr b="0" lang="en-US" sz="1100" spc="-1" strike="noStrike">
                  <a:solidFill>
                    <a:srgbClr val="972917"/>
                  </a:solidFill>
                  <a:latin typeface="Open Sans"/>
                  <a:ea typeface="Open Sans"/>
                </a:rPr>
                <a:t>Customer approved transaction on UPI app</a:t>
              </a:r>
              <a:endParaRPr b="0" lang="en-IN" sz="1100" spc="-1" strike="noStrike">
                <a:solidFill>
                  <a:srgbClr val="000000"/>
                </a:solidFill>
                <a:latin typeface="Arial"/>
              </a:endParaRPr>
            </a:p>
          </p:txBody>
        </p:sp>
      </p:grpSp>
    </p:spTree>
  </p:cSld>
  <mc:AlternateContent>
    <mc:Choice Requires="p14">
      <p:transition spd="slow" p14:dur="2000"/>
    </mc:Choice>
    <mc:Fallback>
      <p:transition spd="slow"/>
    </mc:Fallback>
  </mc:AlternateContent>
</p:sld>
</file>

<file path=ppt/slides/slide1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17" name="PlaceHolder 1"/>
          <p:cNvSpPr>
            <a:spLocks noGrp="1"/>
          </p:cNvSpPr>
          <p:nvPr>
            <p:ph/>
          </p:nvPr>
        </p:nvSpPr>
        <p:spPr>
          <a:xfrm>
            <a:off x="125280" y="216000"/>
            <a:ext cx="11683800" cy="493200"/>
          </a:xfrm>
          <a:prstGeom prst="rect">
            <a:avLst/>
          </a:prstGeom>
          <a:noFill/>
          <a:ln w="0">
            <a:noFill/>
          </a:ln>
        </p:spPr>
        <p:txBody>
          <a:bodyPr lIns="91440" rIns="91440" tIns="45720" bIns="45720" anchor="t">
            <a:noAutofit/>
          </a:bodyPr>
          <a:p>
            <a:pPr indent="0" defTabSz="914400">
              <a:lnSpc>
                <a:spcPct val="100000"/>
              </a:lnSpc>
              <a:spcBef>
                <a:spcPts val="479"/>
              </a:spcBef>
              <a:buNone/>
              <a:tabLst>
                <a:tab algn="l" pos="0"/>
              </a:tabLst>
            </a:pPr>
            <a:r>
              <a:rPr b="1" lang="en-US" sz="2400" spc="-1" strike="noStrike">
                <a:solidFill>
                  <a:srgbClr val="97281d"/>
                </a:solidFill>
                <a:latin typeface="Mulish"/>
              </a:rPr>
              <a:t>UPI Collection – General Flow (Collect)</a:t>
            </a:r>
            <a:endParaRPr b="0" lang="en-US" sz="2400" spc="-1" strike="noStrike">
              <a:solidFill>
                <a:schemeClr val="dk1"/>
              </a:solidFill>
              <a:latin typeface="Zurich BT"/>
            </a:endParaRPr>
          </a:p>
        </p:txBody>
      </p:sp>
      <p:sp>
        <p:nvSpPr>
          <p:cNvPr id="218" name="PlaceHolder 2"/>
          <p:cNvSpPr>
            <a:spLocks noGrp="1"/>
          </p:cNvSpPr>
          <p:nvPr>
            <p:ph type="sldNum" idx="37"/>
          </p:nvPr>
        </p:nvSpPr>
        <p:spPr>
          <a:xfrm>
            <a:off x="11275920" y="6415560"/>
            <a:ext cx="609120" cy="365760"/>
          </a:xfrm>
          <a:prstGeom prst="rect">
            <a:avLst/>
          </a:prstGeom>
          <a:noFill/>
          <a:ln w="0">
            <a:noFill/>
          </a:ln>
        </p:spPr>
        <p:txBody>
          <a:bodyPr lIns="91440" rIns="91440" tIns="45720" bIns="45720" anchor="ctr">
            <a:noAutofit/>
          </a:bodyPr>
          <a:lstStyle>
            <a:lvl1pPr indent="0" algn="r" defTabSz="914400">
              <a:lnSpc>
                <a:spcPct val="100000"/>
              </a:lnSpc>
              <a:buNone/>
              <a:defRPr b="0" lang="en-US" sz="1200" spc="-1" strike="noStrike">
                <a:solidFill>
                  <a:srgbClr val="1f497d"/>
                </a:solidFill>
                <a:latin typeface="Zurich Lt BT"/>
              </a:defRPr>
            </a:lvl1pPr>
          </a:lstStyle>
          <a:p>
            <a:pPr indent="0" algn="r" defTabSz="914400">
              <a:lnSpc>
                <a:spcPct val="100000"/>
              </a:lnSpc>
              <a:buNone/>
            </a:pPr>
            <a:fld id="{0D8B1E7F-6DB1-4CB9-8A8F-87D7E0466EC2}" type="slidenum">
              <a:rPr b="0" lang="en-US" sz="1200" spc="-1" strike="noStrike">
                <a:solidFill>
                  <a:srgbClr val="1f497d"/>
                </a:solidFill>
                <a:latin typeface="Zurich Lt BT"/>
              </a:rPr>
              <a:t>&lt;number&gt;</a:t>
            </a:fld>
            <a:endParaRPr b="0" lang="en-IN" sz="1200" spc="-1" strike="noStrike">
              <a:solidFill>
                <a:srgbClr val="000000"/>
              </a:solidFill>
              <a:latin typeface="Times New Roman"/>
            </a:endParaRPr>
          </a:p>
        </p:txBody>
      </p:sp>
      <p:sp>
        <p:nvSpPr>
          <p:cNvPr id="219" name="Rounded Rectangle 8"/>
          <p:cNvSpPr/>
          <p:nvPr/>
        </p:nvSpPr>
        <p:spPr>
          <a:xfrm>
            <a:off x="3478680" y="1186560"/>
            <a:ext cx="914040" cy="3504960"/>
          </a:xfrm>
          <a:prstGeom prst="roundRect">
            <a:avLst>
              <a:gd name="adj" fmla="val 16667"/>
            </a:avLst>
          </a:prstGeom>
          <a:gradFill rotWithShape="0">
            <a:gsLst>
              <a:gs pos="0">
                <a:srgbClr val="7e1309"/>
              </a:gs>
              <a:gs pos="80000">
                <a:srgbClr val="a4180b"/>
              </a:gs>
              <a:gs pos="100000">
                <a:srgbClr val="a61609"/>
              </a:gs>
            </a:gsLst>
            <a:lin ang="16200000"/>
          </a:gradFill>
          <a:ln w="0">
            <a:noFill/>
          </a:ln>
          <a:effectLst>
            <a:outerShdw algn="tl" blurRad="50760" dir="2700000" dist="37674" rotWithShape="0">
              <a:srgbClr val="000000">
                <a:alpha val="40000"/>
              </a:srgbClr>
            </a:outerShdw>
          </a:effectLst>
        </p:spPr>
        <p:style>
          <a:lnRef idx="0">
            <a:schemeClr val="accent2"/>
          </a:lnRef>
          <a:fillRef idx="3">
            <a:schemeClr val="accent2"/>
          </a:fillRef>
          <a:effectRef idx="3">
            <a:schemeClr val="accent2"/>
          </a:effectRef>
          <a:fontRef idx="minor"/>
        </p:style>
        <p:txBody>
          <a:bodyPr lIns="90000" rIns="90000" tIns="45000" bIns="45000" anchor="ctr">
            <a:noAutofit/>
          </a:bodyPr>
          <a:p>
            <a:pPr algn="ctr" defTabSz="914400">
              <a:lnSpc>
                <a:spcPct val="100000"/>
              </a:lnSpc>
            </a:pPr>
            <a:r>
              <a:rPr b="1" lang="en-US" sz="1600" spc="-1" strike="noStrike">
                <a:solidFill>
                  <a:schemeClr val="lt1"/>
                </a:solidFill>
                <a:latin typeface="Mulish"/>
              </a:rPr>
              <a:t>Client Server</a:t>
            </a:r>
            <a:endParaRPr b="0" lang="en-IN" sz="1600" spc="-1" strike="noStrike">
              <a:solidFill>
                <a:srgbClr val="000000"/>
              </a:solidFill>
              <a:latin typeface="Arial"/>
            </a:endParaRPr>
          </a:p>
        </p:txBody>
      </p:sp>
      <p:pic>
        <p:nvPicPr>
          <p:cNvPr id="220" name="Picture 7" descr="cid:image004.jpg@01D5B031.AEE75560"/>
          <p:cNvPicPr/>
          <p:nvPr/>
        </p:nvPicPr>
        <p:blipFill>
          <a:blip r:embed="rId1"/>
          <a:srcRect l="0" t="21970" r="87058" b="32459"/>
          <a:stretch/>
        </p:blipFill>
        <p:spPr>
          <a:xfrm>
            <a:off x="58320" y="2525760"/>
            <a:ext cx="1342800" cy="1028520"/>
          </a:xfrm>
          <a:prstGeom prst="rect">
            <a:avLst/>
          </a:prstGeom>
          <a:ln w="0">
            <a:noFill/>
          </a:ln>
        </p:spPr>
      </p:pic>
      <p:sp>
        <p:nvSpPr>
          <p:cNvPr id="221" name="Rounded Rectangle 12"/>
          <p:cNvSpPr/>
          <p:nvPr/>
        </p:nvSpPr>
        <p:spPr>
          <a:xfrm>
            <a:off x="8098200" y="1143000"/>
            <a:ext cx="914040" cy="3504960"/>
          </a:xfrm>
          <a:prstGeom prst="roundRect">
            <a:avLst>
              <a:gd name="adj" fmla="val 16667"/>
            </a:avLst>
          </a:prstGeom>
          <a:gradFill rotWithShape="0">
            <a:gsLst>
              <a:gs pos="0">
                <a:srgbClr val="bd5800"/>
              </a:gs>
              <a:gs pos="80000">
                <a:srgbClr val="f57300"/>
              </a:gs>
              <a:gs pos="100000">
                <a:srgbClr val="f67200"/>
              </a:gs>
            </a:gsLst>
            <a:lin ang="16200000"/>
          </a:gradFill>
          <a:ln w="0">
            <a:noFill/>
          </a:ln>
          <a:effectLst>
            <a:outerShdw blurRad="39960" dir="5400000" dist="23040" rotWithShape="0">
              <a:srgbClr val="000000">
                <a:alpha val="35000"/>
              </a:srgbClr>
            </a:outerShdw>
          </a:effectLst>
        </p:spPr>
        <p:style>
          <a:lnRef idx="0">
            <a:schemeClr val="accent1"/>
          </a:lnRef>
          <a:fillRef idx="3">
            <a:schemeClr val="accent1"/>
          </a:fillRef>
          <a:effectRef idx="3">
            <a:schemeClr val="accent1"/>
          </a:effectRef>
          <a:fontRef idx="minor"/>
        </p:style>
        <p:txBody>
          <a:bodyPr lIns="90000" rIns="90000" tIns="45000" bIns="45000" anchor="ctr">
            <a:noAutofit/>
          </a:bodyPr>
          <a:p>
            <a:pPr algn="ctr" defTabSz="914400">
              <a:lnSpc>
                <a:spcPct val="100000"/>
              </a:lnSpc>
            </a:pPr>
            <a:r>
              <a:rPr b="1" lang="en-US" sz="1600" spc="-1" strike="noStrike">
                <a:solidFill>
                  <a:schemeClr val="lt1"/>
                </a:solidFill>
                <a:latin typeface="Mulish"/>
              </a:rPr>
              <a:t>ICICI Banks Server</a:t>
            </a:r>
            <a:endParaRPr b="0" lang="en-IN" sz="1600" spc="-1" strike="noStrike">
              <a:solidFill>
                <a:srgbClr val="000000"/>
              </a:solidFill>
              <a:latin typeface="Arial"/>
            </a:endParaRPr>
          </a:p>
        </p:txBody>
      </p:sp>
      <p:sp>
        <p:nvSpPr>
          <p:cNvPr id="222" name="Right Arrow 13"/>
          <p:cNvSpPr/>
          <p:nvPr/>
        </p:nvSpPr>
        <p:spPr>
          <a:xfrm>
            <a:off x="4398120" y="1219320"/>
            <a:ext cx="1904760" cy="380520"/>
          </a:xfrm>
          <a:prstGeom prst="rightArrow">
            <a:avLst>
              <a:gd name="adj1" fmla="val 50000"/>
              <a:gd name="adj2" fmla="val 50000"/>
            </a:avLst>
          </a:prstGeom>
          <a:gradFill rotWithShape="0">
            <a:gsLst>
              <a:gs pos="0">
                <a:srgbClr val="bd5800"/>
              </a:gs>
              <a:gs pos="80000">
                <a:srgbClr val="f57300"/>
              </a:gs>
              <a:gs pos="100000">
                <a:srgbClr val="f67200"/>
              </a:gs>
            </a:gsLst>
            <a:lin ang="16200000"/>
          </a:gradFill>
          <a:ln w="0">
            <a:noFill/>
          </a:ln>
          <a:effectLst>
            <a:outerShdw blurRad="39960" dir="5400000" dist="23040" rotWithShape="0">
              <a:srgbClr val="000000">
                <a:alpha val="35000"/>
              </a:srgbClr>
            </a:outerShdw>
          </a:effectLst>
        </p:spPr>
        <p:style>
          <a:lnRef idx="0">
            <a:schemeClr val="accent1"/>
          </a:lnRef>
          <a:fillRef idx="3">
            <a:schemeClr val="accent1"/>
          </a:fillRef>
          <a:effectRef idx="3">
            <a:schemeClr val="accent1"/>
          </a:effectRef>
          <a:fontRef idx="minor"/>
        </p:style>
        <p:txBody>
          <a:bodyPr lIns="90000" rIns="90000" tIns="45000" bIns="45000" anchor="ctr">
            <a:noAutofit/>
          </a:bodyPr>
          <a:p>
            <a:pPr algn="ctr" defTabSz="914400">
              <a:lnSpc>
                <a:spcPct val="100000"/>
              </a:lnSpc>
            </a:pPr>
            <a:r>
              <a:rPr b="1" lang="en-US" sz="1600" spc="-1" strike="noStrike">
                <a:solidFill>
                  <a:schemeClr val="lt1"/>
                </a:solidFill>
                <a:latin typeface="Mulish"/>
              </a:rPr>
              <a:t>Request</a:t>
            </a:r>
            <a:endParaRPr b="0" lang="en-IN" sz="1600" spc="-1" strike="noStrike">
              <a:solidFill>
                <a:srgbClr val="000000"/>
              </a:solidFill>
              <a:latin typeface="Arial"/>
            </a:endParaRPr>
          </a:p>
        </p:txBody>
      </p:sp>
      <p:sp>
        <p:nvSpPr>
          <p:cNvPr id="223" name="TextBox 14"/>
          <p:cNvSpPr/>
          <p:nvPr/>
        </p:nvSpPr>
        <p:spPr>
          <a:xfrm>
            <a:off x="4755960" y="1027080"/>
            <a:ext cx="1752120" cy="303120"/>
          </a:xfrm>
          <a:prstGeom prst="rect">
            <a:avLst/>
          </a:prstGeom>
          <a:noFill/>
          <a:ln w="0">
            <a:noFill/>
          </a:ln>
        </p:spPr>
        <p:style>
          <a:lnRef idx="0"/>
          <a:fillRef idx="0"/>
          <a:effectRef idx="0"/>
          <a:fontRef idx="minor"/>
        </p:style>
        <p:txBody>
          <a:bodyPr lIns="90000" rIns="90000" tIns="45000" bIns="45000" anchor="t">
            <a:spAutoFit/>
          </a:bodyPr>
          <a:p>
            <a:pPr defTabSz="914400">
              <a:lnSpc>
                <a:spcPct val="100000"/>
              </a:lnSpc>
            </a:pPr>
            <a:r>
              <a:rPr b="1" lang="en-US" sz="1400" spc="-1" strike="noStrike" u="sng">
                <a:solidFill>
                  <a:schemeClr val="dk1"/>
                </a:solidFill>
                <a:uFillTx/>
                <a:latin typeface="Mulish"/>
              </a:rPr>
              <a:t>Encrypted</a:t>
            </a:r>
            <a:endParaRPr b="0" lang="en-IN" sz="1400" spc="-1" strike="noStrike">
              <a:solidFill>
                <a:srgbClr val="000000"/>
              </a:solidFill>
              <a:latin typeface="Arial"/>
            </a:endParaRPr>
          </a:p>
        </p:txBody>
      </p:sp>
      <p:sp>
        <p:nvSpPr>
          <p:cNvPr id="224" name="Left Arrow 18"/>
          <p:cNvSpPr/>
          <p:nvPr/>
        </p:nvSpPr>
        <p:spPr>
          <a:xfrm>
            <a:off x="5957640" y="2647800"/>
            <a:ext cx="2098080" cy="434880"/>
          </a:xfrm>
          <a:prstGeom prst="leftArrow">
            <a:avLst>
              <a:gd name="adj1" fmla="val 50000"/>
              <a:gd name="adj2" fmla="val 50000"/>
            </a:avLst>
          </a:prstGeom>
          <a:solidFill>
            <a:srgbClr val="00b050"/>
          </a:solidFill>
          <a:ln w="0">
            <a:noFill/>
          </a:ln>
          <a:effectLst>
            <a:outerShdw blurRad="39960" dir="5400000" dist="23040" rotWithShape="0">
              <a:srgbClr val="000000">
                <a:alpha val="35000"/>
              </a:srgbClr>
            </a:outerShdw>
          </a:effectLst>
        </p:spPr>
        <p:style>
          <a:lnRef idx="0">
            <a:schemeClr val="accent1"/>
          </a:lnRef>
          <a:fillRef idx="3">
            <a:schemeClr val="accent1"/>
          </a:fillRef>
          <a:effectRef idx="3">
            <a:schemeClr val="accent1"/>
          </a:effectRef>
          <a:fontRef idx="minor"/>
        </p:style>
        <p:txBody>
          <a:bodyPr lIns="90000" rIns="90000" tIns="45000" bIns="45000" anchor="ctr">
            <a:noAutofit/>
          </a:bodyPr>
          <a:p>
            <a:pPr algn="ctr" defTabSz="914400">
              <a:lnSpc>
                <a:spcPct val="100000"/>
              </a:lnSpc>
            </a:pPr>
            <a:r>
              <a:rPr b="1" lang="en-US" sz="1600" spc="-1" strike="noStrike">
                <a:solidFill>
                  <a:schemeClr val="lt1"/>
                </a:solidFill>
                <a:latin typeface="Mulish"/>
              </a:rPr>
              <a:t>Response</a:t>
            </a:r>
            <a:endParaRPr b="0" lang="en-IN" sz="1600" spc="-1" strike="noStrike">
              <a:solidFill>
                <a:srgbClr val="ffffff"/>
              </a:solidFill>
              <a:latin typeface="Arial"/>
            </a:endParaRPr>
          </a:p>
        </p:txBody>
      </p:sp>
      <p:sp>
        <p:nvSpPr>
          <p:cNvPr id="225" name="TextBox 19"/>
          <p:cNvSpPr/>
          <p:nvPr/>
        </p:nvSpPr>
        <p:spPr>
          <a:xfrm>
            <a:off x="6979320" y="2438280"/>
            <a:ext cx="1752120" cy="303120"/>
          </a:xfrm>
          <a:prstGeom prst="rect">
            <a:avLst/>
          </a:prstGeom>
          <a:noFill/>
          <a:ln w="0">
            <a:noFill/>
          </a:ln>
        </p:spPr>
        <p:style>
          <a:lnRef idx="0"/>
          <a:fillRef idx="0"/>
          <a:effectRef idx="0"/>
          <a:fontRef idx="minor"/>
        </p:style>
        <p:txBody>
          <a:bodyPr lIns="90000" rIns="90000" tIns="45000" bIns="45000" anchor="t">
            <a:spAutoFit/>
          </a:bodyPr>
          <a:p>
            <a:pPr defTabSz="914400">
              <a:lnSpc>
                <a:spcPct val="100000"/>
              </a:lnSpc>
            </a:pPr>
            <a:r>
              <a:rPr b="1" lang="en-US" sz="1400" spc="-1" strike="noStrike" u="sng">
                <a:solidFill>
                  <a:schemeClr val="dk1"/>
                </a:solidFill>
                <a:uFillTx/>
                <a:latin typeface="Mulish"/>
              </a:rPr>
              <a:t>Encrypted</a:t>
            </a:r>
            <a:endParaRPr b="0" lang="en-IN" sz="1400" spc="-1" strike="noStrike">
              <a:solidFill>
                <a:srgbClr val="000000"/>
              </a:solidFill>
              <a:latin typeface="Arial"/>
            </a:endParaRPr>
          </a:p>
        </p:txBody>
      </p:sp>
      <p:sp>
        <p:nvSpPr>
          <p:cNvPr id="226" name="TextBox 24"/>
          <p:cNvSpPr/>
          <p:nvPr/>
        </p:nvSpPr>
        <p:spPr>
          <a:xfrm>
            <a:off x="-271440" y="1915200"/>
            <a:ext cx="1794600" cy="516600"/>
          </a:xfrm>
          <a:prstGeom prst="rect">
            <a:avLst/>
          </a:prstGeom>
          <a:noFill/>
          <a:ln w="0">
            <a:noFill/>
          </a:ln>
        </p:spPr>
        <p:style>
          <a:lnRef idx="0"/>
          <a:fillRef idx="0"/>
          <a:effectRef idx="0"/>
          <a:fontRef idx="minor"/>
        </p:style>
        <p:txBody>
          <a:bodyPr lIns="90000" rIns="90000" tIns="45000" bIns="45000" anchor="t">
            <a:spAutoFit/>
          </a:bodyPr>
          <a:p>
            <a:pPr algn="ctr" defTabSz="914400">
              <a:lnSpc>
                <a:spcPct val="100000"/>
              </a:lnSpc>
            </a:pPr>
            <a:r>
              <a:rPr b="1" lang="en-US" sz="1400" spc="-1" strike="noStrike">
                <a:solidFill>
                  <a:schemeClr val="dk1"/>
                </a:solidFill>
                <a:latin typeface="Mulish"/>
              </a:rPr>
              <a:t>Client </a:t>
            </a:r>
            <a:endParaRPr b="0" lang="en-IN" sz="1400" spc="-1" strike="noStrike">
              <a:solidFill>
                <a:srgbClr val="000000"/>
              </a:solidFill>
              <a:latin typeface="Arial"/>
            </a:endParaRPr>
          </a:p>
          <a:p>
            <a:pPr algn="ctr" defTabSz="914400">
              <a:lnSpc>
                <a:spcPct val="100000"/>
              </a:lnSpc>
            </a:pPr>
            <a:r>
              <a:rPr b="1" lang="en-US" sz="1400" spc="-1" strike="noStrike">
                <a:solidFill>
                  <a:schemeClr val="dk1"/>
                </a:solidFill>
                <a:latin typeface="Mulish"/>
              </a:rPr>
              <a:t>Application</a:t>
            </a:r>
            <a:endParaRPr b="0" lang="en-IN" sz="1400" spc="-1" strike="noStrike">
              <a:solidFill>
                <a:srgbClr val="000000"/>
              </a:solidFill>
              <a:latin typeface="Arial"/>
            </a:endParaRPr>
          </a:p>
        </p:txBody>
      </p:sp>
      <p:sp>
        <p:nvSpPr>
          <p:cNvPr id="227" name="Right Arrow 27"/>
          <p:cNvSpPr/>
          <p:nvPr/>
        </p:nvSpPr>
        <p:spPr>
          <a:xfrm>
            <a:off x="1428840" y="1267920"/>
            <a:ext cx="1942560" cy="380520"/>
          </a:xfrm>
          <a:prstGeom prst="rightArrow">
            <a:avLst>
              <a:gd name="adj1" fmla="val 50000"/>
              <a:gd name="adj2" fmla="val 50000"/>
            </a:avLst>
          </a:prstGeom>
          <a:gradFill rotWithShape="0">
            <a:gsLst>
              <a:gs pos="0">
                <a:srgbClr val="bd5800"/>
              </a:gs>
              <a:gs pos="80000">
                <a:srgbClr val="f57300"/>
              </a:gs>
              <a:gs pos="100000">
                <a:srgbClr val="f67200"/>
              </a:gs>
            </a:gsLst>
            <a:lin ang="16200000"/>
          </a:gradFill>
          <a:ln w="0">
            <a:noFill/>
          </a:ln>
          <a:effectLst>
            <a:outerShdw blurRad="39960" dir="5400000" dist="23040" rotWithShape="0">
              <a:srgbClr val="000000">
                <a:alpha val="35000"/>
              </a:srgbClr>
            </a:outerShdw>
          </a:effectLst>
        </p:spPr>
        <p:style>
          <a:lnRef idx="0">
            <a:schemeClr val="accent1"/>
          </a:lnRef>
          <a:fillRef idx="3">
            <a:schemeClr val="accent1"/>
          </a:fillRef>
          <a:effectRef idx="3">
            <a:schemeClr val="accent1"/>
          </a:effectRef>
          <a:fontRef idx="minor"/>
        </p:style>
        <p:txBody>
          <a:bodyPr lIns="90000" rIns="90000" tIns="45000" bIns="45000" anchor="ctr">
            <a:noAutofit/>
          </a:bodyPr>
          <a:p>
            <a:pPr algn="ctr" defTabSz="914400">
              <a:lnSpc>
                <a:spcPct val="100000"/>
              </a:lnSpc>
            </a:pPr>
            <a:r>
              <a:rPr b="1" lang="en-US" sz="1600" spc="-1" strike="noStrike">
                <a:solidFill>
                  <a:schemeClr val="lt1"/>
                </a:solidFill>
                <a:latin typeface="Mulish"/>
              </a:rPr>
              <a:t>Request</a:t>
            </a:r>
            <a:endParaRPr b="0" lang="en-IN" sz="1600" spc="-1" strike="noStrike">
              <a:solidFill>
                <a:srgbClr val="000000"/>
              </a:solidFill>
              <a:latin typeface="Arial"/>
            </a:endParaRPr>
          </a:p>
        </p:txBody>
      </p:sp>
      <p:sp>
        <p:nvSpPr>
          <p:cNvPr id="228" name="Rectangle 28"/>
          <p:cNvSpPr/>
          <p:nvPr/>
        </p:nvSpPr>
        <p:spPr>
          <a:xfrm>
            <a:off x="4461120" y="1647360"/>
            <a:ext cx="3462480" cy="740880"/>
          </a:xfrm>
          <a:prstGeom prst="rect">
            <a:avLst/>
          </a:prstGeom>
          <a:solidFill>
            <a:srgbClr val="ffffff"/>
          </a:solidFill>
          <a:ln>
            <a:solidFill>
              <a:srgbClr val="97291e"/>
            </a:solidFill>
            <a:round/>
          </a:ln>
        </p:spPr>
        <p:style>
          <a:lnRef idx="2">
            <a:schemeClr val="accent2"/>
          </a:lnRef>
          <a:fillRef idx="1">
            <a:schemeClr val="lt1"/>
          </a:fillRef>
          <a:effectRef idx="0">
            <a:schemeClr val="accent2"/>
          </a:effectRef>
          <a:fontRef idx="minor"/>
        </p:style>
        <p:txBody>
          <a:bodyPr lIns="90000" rIns="90000" tIns="45000" bIns="45000" anchor="ctr">
            <a:noAutofit/>
          </a:bodyPr>
          <a:p>
            <a:pPr algn="ctr" defTabSz="914400">
              <a:lnSpc>
                <a:spcPct val="100000"/>
              </a:lnSpc>
            </a:pPr>
            <a:r>
              <a:rPr b="1" lang="en-IN" sz="1400" spc="-1" strike="noStrike">
                <a:solidFill>
                  <a:schemeClr val="dk1"/>
                </a:solidFill>
                <a:latin typeface="Mulish"/>
              </a:rPr>
              <a:t>Merchant will send Collect Pay request on collect pay API</a:t>
            </a:r>
            <a:endParaRPr b="0" lang="en-IN" sz="1400" spc="-1" strike="noStrike">
              <a:solidFill>
                <a:srgbClr val="000000"/>
              </a:solidFill>
              <a:latin typeface="Arial"/>
            </a:endParaRPr>
          </a:p>
        </p:txBody>
      </p:sp>
      <p:sp>
        <p:nvSpPr>
          <p:cNvPr id="229" name="Rectangle 29"/>
          <p:cNvSpPr/>
          <p:nvPr/>
        </p:nvSpPr>
        <p:spPr>
          <a:xfrm>
            <a:off x="4689360" y="3134160"/>
            <a:ext cx="3379320" cy="389880"/>
          </a:xfrm>
          <a:prstGeom prst="rect">
            <a:avLst/>
          </a:prstGeom>
          <a:solidFill>
            <a:srgbClr val="ffffff"/>
          </a:solidFill>
          <a:ln>
            <a:solidFill>
              <a:srgbClr val="97291e"/>
            </a:solidFill>
            <a:round/>
          </a:ln>
        </p:spPr>
        <p:style>
          <a:lnRef idx="2">
            <a:schemeClr val="accent2"/>
          </a:lnRef>
          <a:fillRef idx="1">
            <a:schemeClr val="lt1"/>
          </a:fillRef>
          <a:effectRef idx="0">
            <a:schemeClr val="accent2"/>
          </a:effectRef>
          <a:fontRef idx="minor"/>
        </p:style>
        <p:txBody>
          <a:bodyPr lIns="90000" rIns="90000" tIns="45000" bIns="45000" anchor="ctr">
            <a:noAutofit/>
          </a:bodyPr>
          <a:p>
            <a:pPr algn="ctr" defTabSz="914400">
              <a:lnSpc>
                <a:spcPct val="100000"/>
              </a:lnSpc>
            </a:pPr>
            <a:r>
              <a:rPr b="1" lang="en-US" sz="1400" spc="-1" strike="noStrike">
                <a:solidFill>
                  <a:schemeClr val="dk1"/>
                </a:solidFill>
                <a:latin typeface="Mulish"/>
              </a:rPr>
              <a:t>ICICI Bank to share “Transaction initiated Successfully”</a:t>
            </a:r>
            <a:endParaRPr b="0" lang="en-IN" sz="1400" spc="-1" strike="noStrike">
              <a:solidFill>
                <a:srgbClr val="000000"/>
              </a:solidFill>
              <a:latin typeface="Arial"/>
            </a:endParaRPr>
          </a:p>
        </p:txBody>
      </p:sp>
      <p:sp>
        <p:nvSpPr>
          <p:cNvPr id="230" name="Rectangle 35"/>
          <p:cNvSpPr/>
          <p:nvPr/>
        </p:nvSpPr>
        <p:spPr>
          <a:xfrm>
            <a:off x="10398960" y="2659320"/>
            <a:ext cx="1638720" cy="1295640"/>
          </a:xfrm>
          <a:prstGeom prst="rect">
            <a:avLst/>
          </a:prstGeom>
          <a:solidFill>
            <a:srgbClr val="ffffff"/>
          </a:solidFill>
          <a:ln>
            <a:solidFill>
              <a:srgbClr val="97291e"/>
            </a:solidFill>
            <a:round/>
          </a:ln>
        </p:spPr>
        <p:style>
          <a:lnRef idx="2">
            <a:schemeClr val="accent2"/>
          </a:lnRef>
          <a:fillRef idx="1">
            <a:schemeClr val="lt1"/>
          </a:fillRef>
          <a:effectRef idx="0">
            <a:schemeClr val="accent2"/>
          </a:effectRef>
          <a:fontRef idx="minor"/>
        </p:style>
        <p:txBody>
          <a:bodyPr lIns="90000" rIns="90000" tIns="45000" bIns="45000" anchor="ctr">
            <a:noAutofit/>
          </a:bodyPr>
          <a:p>
            <a:pPr algn="ctr" defTabSz="914400">
              <a:lnSpc>
                <a:spcPct val="100000"/>
              </a:lnSpc>
            </a:pPr>
            <a:r>
              <a:rPr b="1" lang="en-IN" sz="1400" spc="-1" strike="noStrike">
                <a:solidFill>
                  <a:schemeClr val="dk1"/>
                </a:solidFill>
                <a:latin typeface="Mulish"/>
              </a:rPr>
              <a:t>Once End Customer ‘accepts’ or ‘rejects’ the request from his UPI App </a:t>
            </a:r>
            <a:endParaRPr b="0" lang="en-IN" sz="1400" spc="-1" strike="noStrike">
              <a:solidFill>
                <a:srgbClr val="000000"/>
              </a:solidFill>
              <a:latin typeface="Arial"/>
            </a:endParaRPr>
          </a:p>
        </p:txBody>
      </p:sp>
      <p:cxnSp>
        <p:nvCxnSpPr>
          <p:cNvPr id="231" name="Straight Arrow Connector 59"/>
          <p:cNvCxnSpPr/>
          <p:nvPr/>
        </p:nvCxnSpPr>
        <p:spPr>
          <a:xfrm flipV="1">
            <a:off x="8512920" y="4691520"/>
            <a:ext cx="360" cy="1070640"/>
          </a:xfrm>
          <a:prstGeom prst="straightConnector1">
            <a:avLst/>
          </a:prstGeom>
          <a:ln>
            <a:solidFill>
              <a:srgbClr val="000000"/>
            </a:solidFill>
            <a:round/>
            <a:tailEnd len="med" type="triangle" w="med"/>
          </a:ln>
        </p:spPr>
      </p:cxnSp>
      <p:sp>
        <p:nvSpPr>
          <p:cNvPr id="232" name="Left Arrow 62"/>
          <p:cNvSpPr/>
          <p:nvPr/>
        </p:nvSpPr>
        <p:spPr>
          <a:xfrm>
            <a:off x="5928480" y="3909600"/>
            <a:ext cx="2154600" cy="434880"/>
          </a:xfrm>
          <a:prstGeom prst="leftArrow">
            <a:avLst>
              <a:gd name="adj1" fmla="val 50000"/>
              <a:gd name="adj2" fmla="val 50000"/>
            </a:avLst>
          </a:prstGeom>
          <a:solidFill>
            <a:srgbClr val="00b050"/>
          </a:solidFill>
          <a:ln w="0">
            <a:noFill/>
          </a:ln>
          <a:effectLst>
            <a:outerShdw blurRad="39960" dir="5400000" dist="23040" rotWithShape="0">
              <a:srgbClr val="000000">
                <a:alpha val="35000"/>
              </a:srgbClr>
            </a:outerShdw>
          </a:effectLst>
        </p:spPr>
        <p:style>
          <a:lnRef idx="0">
            <a:schemeClr val="accent1"/>
          </a:lnRef>
          <a:fillRef idx="3">
            <a:schemeClr val="accent1"/>
          </a:fillRef>
          <a:effectRef idx="3">
            <a:schemeClr val="accent1"/>
          </a:effectRef>
          <a:fontRef idx="minor"/>
        </p:style>
        <p:txBody>
          <a:bodyPr lIns="90000" rIns="90000" tIns="45000" bIns="45000" anchor="ctr">
            <a:noAutofit/>
          </a:bodyPr>
          <a:p>
            <a:pPr algn="ctr" defTabSz="914400">
              <a:lnSpc>
                <a:spcPct val="100000"/>
              </a:lnSpc>
            </a:pPr>
            <a:r>
              <a:rPr b="1" lang="en-US" sz="1600" spc="-1" strike="noStrike">
                <a:solidFill>
                  <a:schemeClr val="lt1"/>
                </a:solidFill>
                <a:latin typeface="Mulish"/>
              </a:rPr>
              <a:t>Callback</a:t>
            </a:r>
            <a:endParaRPr b="0" lang="en-IN" sz="1600" spc="-1" strike="noStrike">
              <a:solidFill>
                <a:srgbClr val="ffffff"/>
              </a:solidFill>
              <a:latin typeface="Arial"/>
            </a:endParaRPr>
          </a:p>
        </p:txBody>
      </p:sp>
      <p:sp>
        <p:nvSpPr>
          <p:cNvPr id="233" name="Rectangle 63"/>
          <p:cNvSpPr/>
          <p:nvPr/>
        </p:nvSpPr>
        <p:spPr>
          <a:xfrm>
            <a:off x="4689360" y="4389480"/>
            <a:ext cx="3379320" cy="733320"/>
          </a:xfrm>
          <a:prstGeom prst="rect">
            <a:avLst/>
          </a:prstGeom>
          <a:solidFill>
            <a:srgbClr val="ffffff"/>
          </a:solidFill>
          <a:ln>
            <a:solidFill>
              <a:srgbClr val="97291e"/>
            </a:solidFill>
            <a:round/>
          </a:ln>
        </p:spPr>
        <p:style>
          <a:lnRef idx="2">
            <a:schemeClr val="accent2"/>
          </a:lnRef>
          <a:fillRef idx="1">
            <a:schemeClr val="lt1"/>
          </a:fillRef>
          <a:effectRef idx="0">
            <a:schemeClr val="accent2"/>
          </a:effectRef>
          <a:fontRef idx="minor"/>
        </p:style>
        <p:txBody>
          <a:bodyPr lIns="90000" rIns="90000" tIns="45000" bIns="45000" anchor="ctr">
            <a:noAutofit/>
          </a:bodyPr>
          <a:p>
            <a:pPr defTabSz="914400">
              <a:lnSpc>
                <a:spcPct val="100000"/>
              </a:lnSpc>
            </a:pPr>
            <a:r>
              <a:rPr b="1" lang="en-IN" sz="1400" spc="-1" strike="noStrike">
                <a:solidFill>
                  <a:schemeClr val="dk1"/>
                </a:solidFill>
                <a:latin typeface="Mulish"/>
              </a:rPr>
              <a:t>Instant response to merchant stating Transaction Status on their callback URL.      </a:t>
            </a:r>
            <a:endParaRPr b="0" lang="en-IN" sz="1400" spc="-1" strike="noStrike">
              <a:solidFill>
                <a:srgbClr val="000000"/>
              </a:solidFill>
              <a:latin typeface="Arial"/>
            </a:endParaRPr>
          </a:p>
        </p:txBody>
      </p:sp>
      <p:sp>
        <p:nvSpPr>
          <p:cNvPr id="234" name="TextBox 65"/>
          <p:cNvSpPr/>
          <p:nvPr/>
        </p:nvSpPr>
        <p:spPr>
          <a:xfrm>
            <a:off x="6990120" y="3755520"/>
            <a:ext cx="1752120" cy="303120"/>
          </a:xfrm>
          <a:prstGeom prst="rect">
            <a:avLst/>
          </a:prstGeom>
          <a:noFill/>
          <a:ln w="0">
            <a:noFill/>
          </a:ln>
          <a:effectLst>
            <a:outerShdw algn="tl" blurRad="50760" dir="2700000" dist="37674" rotWithShape="0">
              <a:srgbClr val="000000">
                <a:alpha val="40000"/>
              </a:srgbClr>
            </a:outerShdw>
          </a:effectLst>
        </p:spPr>
        <p:style>
          <a:lnRef idx="0"/>
          <a:fillRef idx="0"/>
          <a:effectRef idx="0"/>
          <a:fontRef idx="minor"/>
        </p:style>
        <p:txBody>
          <a:bodyPr lIns="90000" rIns="90000" tIns="45000" bIns="45000" anchor="t">
            <a:spAutoFit/>
          </a:bodyPr>
          <a:p>
            <a:pPr defTabSz="914400">
              <a:lnSpc>
                <a:spcPct val="100000"/>
              </a:lnSpc>
            </a:pPr>
            <a:r>
              <a:rPr b="1" lang="en-US" sz="1400" spc="-1" strike="noStrike" u="sng">
                <a:solidFill>
                  <a:schemeClr val="dk1"/>
                </a:solidFill>
                <a:uFillTx/>
                <a:latin typeface="Mulish"/>
              </a:rPr>
              <a:t>Encrypted</a:t>
            </a:r>
            <a:endParaRPr b="0" lang="en-IN" sz="1400" spc="-1" strike="noStrike">
              <a:solidFill>
                <a:srgbClr val="000000"/>
              </a:solidFill>
              <a:latin typeface="Arial"/>
            </a:endParaRPr>
          </a:p>
        </p:txBody>
      </p:sp>
      <p:sp>
        <p:nvSpPr>
          <p:cNvPr id="235" name="Left Arrow 66"/>
          <p:cNvSpPr/>
          <p:nvPr/>
        </p:nvSpPr>
        <p:spPr>
          <a:xfrm>
            <a:off x="1323720" y="3909600"/>
            <a:ext cx="2089800" cy="434880"/>
          </a:xfrm>
          <a:prstGeom prst="leftArrow">
            <a:avLst>
              <a:gd name="adj1" fmla="val 50000"/>
              <a:gd name="adj2" fmla="val 50000"/>
            </a:avLst>
          </a:prstGeom>
          <a:solidFill>
            <a:srgbClr val="00b050"/>
          </a:solidFill>
          <a:ln w="0">
            <a:noFill/>
          </a:ln>
          <a:effectLst>
            <a:outerShdw blurRad="39960" dir="5400000" dist="23040" rotWithShape="0">
              <a:srgbClr val="000000">
                <a:alpha val="35000"/>
              </a:srgbClr>
            </a:outerShdw>
          </a:effectLst>
        </p:spPr>
        <p:style>
          <a:lnRef idx="0">
            <a:schemeClr val="accent1"/>
          </a:lnRef>
          <a:fillRef idx="3">
            <a:schemeClr val="accent1"/>
          </a:fillRef>
          <a:effectRef idx="3">
            <a:schemeClr val="accent1"/>
          </a:effectRef>
          <a:fontRef idx="minor"/>
        </p:style>
        <p:txBody>
          <a:bodyPr lIns="90000" rIns="90000" tIns="45000" bIns="45000" anchor="ctr">
            <a:noAutofit/>
          </a:bodyPr>
          <a:p>
            <a:pPr algn="ctr" defTabSz="914400">
              <a:lnSpc>
                <a:spcPct val="100000"/>
              </a:lnSpc>
            </a:pPr>
            <a:r>
              <a:rPr b="1" lang="en-US" sz="1600" spc="-1" strike="noStrike">
                <a:solidFill>
                  <a:schemeClr val="lt1"/>
                </a:solidFill>
                <a:latin typeface="Mulish"/>
              </a:rPr>
              <a:t>Callback</a:t>
            </a:r>
            <a:endParaRPr b="0" lang="en-IN" sz="1600" spc="-1" strike="noStrike">
              <a:solidFill>
                <a:srgbClr val="ffffff"/>
              </a:solidFill>
              <a:latin typeface="Arial"/>
            </a:endParaRPr>
          </a:p>
        </p:txBody>
      </p:sp>
      <p:sp>
        <p:nvSpPr>
          <p:cNvPr id="236" name="TextBox 68"/>
          <p:cNvSpPr/>
          <p:nvPr/>
        </p:nvSpPr>
        <p:spPr>
          <a:xfrm>
            <a:off x="1971000" y="3661920"/>
            <a:ext cx="1752120" cy="303120"/>
          </a:xfrm>
          <a:prstGeom prst="rect">
            <a:avLst/>
          </a:prstGeom>
          <a:noFill/>
          <a:ln w="0">
            <a:noFill/>
          </a:ln>
        </p:spPr>
        <p:style>
          <a:lnRef idx="0"/>
          <a:fillRef idx="0"/>
          <a:effectRef idx="0"/>
          <a:fontRef idx="minor"/>
        </p:style>
        <p:txBody>
          <a:bodyPr lIns="90000" rIns="90000" tIns="45000" bIns="45000" anchor="t">
            <a:spAutoFit/>
          </a:bodyPr>
          <a:p>
            <a:pPr defTabSz="914400">
              <a:lnSpc>
                <a:spcPct val="100000"/>
              </a:lnSpc>
            </a:pPr>
            <a:r>
              <a:rPr b="1" lang="en-US" sz="1400" spc="-1" strike="noStrike" u="sng">
                <a:solidFill>
                  <a:schemeClr val="dk1"/>
                </a:solidFill>
                <a:uFillTx/>
                <a:latin typeface="Mulish"/>
              </a:rPr>
              <a:t>Decrypted</a:t>
            </a:r>
            <a:endParaRPr b="0" lang="en-IN" sz="1400" spc="-1" strike="noStrike">
              <a:solidFill>
                <a:srgbClr val="000000"/>
              </a:solidFill>
              <a:latin typeface="Arial"/>
            </a:endParaRPr>
          </a:p>
        </p:txBody>
      </p:sp>
      <p:sp>
        <p:nvSpPr>
          <p:cNvPr id="237" name="Rectangle 69"/>
          <p:cNvSpPr/>
          <p:nvPr/>
        </p:nvSpPr>
        <p:spPr>
          <a:xfrm>
            <a:off x="1045440" y="4390560"/>
            <a:ext cx="2288880" cy="739440"/>
          </a:xfrm>
          <a:prstGeom prst="rect">
            <a:avLst/>
          </a:prstGeom>
          <a:solidFill>
            <a:srgbClr val="ffffff"/>
          </a:solidFill>
          <a:ln>
            <a:solidFill>
              <a:srgbClr val="97291e"/>
            </a:solidFill>
            <a:round/>
          </a:ln>
        </p:spPr>
        <p:style>
          <a:lnRef idx="2">
            <a:schemeClr val="accent2"/>
          </a:lnRef>
          <a:fillRef idx="1">
            <a:schemeClr val="lt1"/>
          </a:fillRef>
          <a:effectRef idx="0">
            <a:schemeClr val="accent2"/>
          </a:effectRef>
          <a:fontRef idx="minor"/>
        </p:style>
        <p:txBody>
          <a:bodyPr lIns="90000" rIns="90000" tIns="45000" bIns="45000" anchor="ctr">
            <a:noAutofit/>
          </a:bodyPr>
          <a:p>
            <a:pPr defTabSz="914400">
              <a:lnSpc>
                <a:spcPct val="100000"/>
              </a:lnSpc>
            </a:pPr>
            <a:r>
              <a:rPr b="1" lang="en-US" sz="1400" spc="-1" strike="noStrike">
                <a:solidFill>
                  <a:schemeClr val="dk1"/>
                </a:solidFill>
                <a:latin typeface="Mulish"/>
              </a:rPr>
              <a:t>Transaction status fed to Client ERP for Reconciliation</a:t>
            </a:r>
            <a:endParaRPr b="0" lang="en-IN" sz="1400" spc="-1" strike="noStrike">
              <a:solidFill>
                <a:srgbClr val="000000"/>
              </a:solidFill>
              <a:latin typeface="Arial"/>
            </a:endParaRPr>
          </a:p>
        </p:txBody>
      </p:sp>
      <p:sp>
        <p:nvSpPr>
          <p:cNvPr id="238" name="Rectangle 34"/>
          <p:cNvSpPr/>
          <p:nvPr/>
        </p:nvSpPr>
        <p:spPr>
          <a:xfrm>
            <a:off x="1344960" y="1715040"/>
            <a:ext cx="2061360" cy="950040"/>
          </a:xfrm>
          <a:prstGeom prst="rect">
            <a:avLst/>
          </a:prstGeom>
          <a:solidFill>
            <a:srgbClr val="ffffff"/>
          </a:solidFill>
          <a:ln>
            <a:solidFill>
              <a:srgbClr val="97291e"/>
            </a:solidFill>
            <a:round/>
          </a:ln>
        </p:spPr>
        <p:style>
          <a:lnRef idx="2">
            <a:schemeClr val="accent2"/>
          </a:lnRef>
          <a:fillRef idx="1">
            <a:schemeClr val="lt1"/>
          </a:fillRef>
          <a:effectRef idx="0">
            <a:schemeClr val="accent2"/>
          </a:effectRef>
          <a:fontRef idx="minor"/>
        </p:style>
        <p:txBody>
          <a:bodyPr lIns="90000" rIns="90000" tIns="45000" bIns="45000" anchor="ctr">
            <a:noAutofit/>
          </a:bodyPr>
          <a:p>
            <a:pPr algn="just" defTabSz="914400">
              <a:lnSpc>
                <a:spcPct val="102000"/>
              </a:lnSpc>
              <a:spcAft>
                <a:spcPts val="99"/>
              </a:spcAft>
            </a:pPr>
            <a:r>
              <a:rPr b="1" lang="en-IN" sz="1400" spc="-1" strike="noStrike">
                <a:solidFill>
                  <a:srgbClr val="000000"/>
                </a:solidFill>
                <a:latin typeface="Mulish"/>
                <a:ea typeface="Calibri"/>
              </a:rPr>
              <a:t>Merchant will send customer’s VPA and other transaction details. </a:t>
            </a:r>
            <a:endParaRPr b="0" lang="en-IN" sz="1400" spc="-1" strike="noStrike">
              <a:solidFill>
                <a:srgbClr val="000000"/>
              </a:solidFill>
              <a:latin typeface="Arial"/>
            </a:endParaRPr>
          </a:p>
        </p:txBody>
      </p:sp>
      <p:cxnSp>
        <p:nvCxnSpPr>
          <p:cNvPr id="239" name="Straight Connector 11"/>
          <p:cNvCxnSpPr/>
          <p:nvPr/>
        </p:nvCxnSpPr>
        <p:spPr>
          <a:xfrm>
            <a:off x="11286000" y="3955320"/>
            <a:ext cx="360" cy="1806840"/>
          </a:xfrm>
          <a:prstGeom prst="straightConnector1">
            <a:avLst/>
          </a:prstGeom>
          <a:ln>
            <a:solidFill>
              <a:srgbClr val="000000"/>
            </a:solidFill>
            <a:round/>
          </a:ln>
        </p:spPr>
      </p:cxnSp>
      <p:sp>
        <p:nvSpPr>
          <p:cNvPr id="240" name="Rectangle 31"/>
          <p:cNvSpPr/>
          <p:nvPr/>
        </p:nvSpPr>
        <p:spPr>
          <a:xfrm>
            <a:off x="9273960" y="6267240"/>
            <a:ext cx="1371240" cy="540720"/>
          </a:xfrm>
          <a:prstGeom prst="rect">
            <a:avLst/>
          </a:prstGeom>
          <a:solidFill>
            <a:srgbClr val="ffffff"/>
          </a:solidFill>
          <a:ln>
            <a:solidFill>
              <a:srgbClr val="97291e"/>
            </a:solidFill>
            <a:round/>
          </a:ln>
        </p:spPr>
        <p:style>
          <a:lnRef idx="2">
            <a:schemeClr val="accent2"/>
          </a:lnRef>
          <a:fillRef idx="1">
            <a:schemeClr val="lt1"/>
          </a:fillRef>
          <a:effectRef idx="0">
            <a:schemeClr val="accent2"/>
          </a:effectRef>
          <a:fontRef idx="minor"/>
        </p:style>
        <p:txBody>
          <a:bodyPr lIns="90000" rIns="90000" tIns="45000" bIns="45000" anchor="ctr">
            <a:noAutofit/>
          </a:bodyPr>
          <a:p>
            <a:pPr algn="ctr" defTabSz="914400">
              <a:lnSpc>
                <a:spcPct val="100000"/>
              </a:lnSpc>
            </a:pPr>
            <a:r>
              <a:rPr b="1" lang="en-US" sz="1200" spc="-1" strike="noStrike">
                <a:solidFill>
                  <a:schemeClr val="dk1"/>
                </a:solidFill>
                <a:latin typeface="Mulish"/>
              </a:rPr>
              <a:t>Transaction Routed Via NPCI</a:t>
            </a:r>
            <a:endParaRPr b="0" lang="en-IN" sz="1200" spc="-1" strike="noStrike">
              <a:solidFill>
                <a:srgbClr val="000000"/>
              </a:solidFill>
              <a:latin typeface="Arial"/>
            </a:endParaRPr>
          </a:p>
        </p:txBody>
      </p:sp>
      <p:pic>
        <p:nvPicPr>
          <p:cNvPr id="241" name="Picture 2" descr=""/>
          <p:cNvPicPr/>
          <p:nvPr/>
        </p:nvPicPr>
        <p:blipFill>
          <a:blip r:embed="rId2"/>
          <a:stretch/>
        </p:blipFill>
        <p:spPr>
          <a:xfrm>
            <a:off x="10416960" y="1594800"/>
            <a:ext cx="1590120" cy="997200"/>
          </a:xfrm>
          <a:prstGeom prst="rect">
            <a:avLst/>
          </a:prstGeom>
          <a:ln w="0">
            <a:noFill/>
          </a:ln>
          <a:effectLst>
            <a:outerShdw algn="tl" blurRad="190440" rotWithShape="0">
              <a:srgbClr val="000000">
                <a:alpha val="70000"/>
              </a:srgbClr>
            </a:outerShdw>
          </a:effectLst>
        </p:spPr>
      </p:pic>
      <p:sp>
        <p:nvSpPr>
          <p:cNvPr id="242" name="Right Arrow 36"/>
          <p:cNvSpPr/>
          <p:nvPr/>
        </p:nvSpPr>
        <p:spPr>
          <a:xfrm>
            <a:off x="9041400" y="2659320"/>
            <a:ext cx="1279440" cy="380520"/>
          </a:xfrm>
          <a:prstGeom prst="rightArrow">
            <a:avLst>
              <a:gd name="adj1" fmla="val 50000"/>
              <a:gd name="adj2" fmla="val 50000"/>
            </a:avLst>
          </a:prstGeom>
          <a:gradFill rotWithShape="0">
            <a:gsLst>
              <a:gs pos="0">
                <a:srgbClr val="bd5800"/>
              </a:gs>
              <a:gs pos="80000">
                <a:srgbClr val="f57300"/>
              </a:gs>
              <a:gs pos="100000">
                <a:srgbClr val="f67200"/>
              </a:gs>
            </a:gsLst>
            <a:lin ang="16200000"/>
          </a:gradFill>
          <a:ln w="0">
            <a:noFill/>
          </a:ln>
          <a:effectLst>
            <a:outerShdw blurRad="39960" dir="5400000" dist="23040" rotWithShape="0">
              <a:srgbClr val="000000">
                <a:alpha val="35000"/>
              </a:srgbClr>
            </a:outerShdw>
          </a:effectLst>
        </p:spPr>
        <p:style>
          <a:lnRef idx="0">
            <a:schemeClr val="accent1"/>
          </a:lnRef>
          <a:fillRef idx="3">
            <a:schemeClr val="accent1"/>
          </a:fillRef>
          <a:effectRef idx="3">
            <a:schemeClr val="accent1"/>
          </a:effectRef>
          <a:fontRef idx="minor"/>
        </p:style>
        <p:txBody>
          <a:bodyPr lIns="90000" rIns="90000" tIns="45000" bIns="45000" anchor="ctr">
            <a:noAutofit/>
          </a:bodyPr>
          <a:p>
            <a:pPr algn="ctr" defTabSz="914400">
              <a:lnSpc>
                <a:spcPct val="100000"/>
              </a:lnSpc>
            </a:pPr>
            <a:r>
              <a:rPr b="1" lang="en-US" sz="1600" spc="-1" strike="noStrike">
                <a:solidFill>
                  <a:schemeClr val="lt1"/>
                </a:solidFill>
                <a:latin typeface="Mulish"/>
              </a:rPr>
              <a:t>Collect</a:t>
            </a:r>
            <a:endParaRPr b="0" lang="en-IN" sz="1600" spc="-1" strike="noStrike">
              <a:solidFill>
                <a:srgbClr val="000000"/>
              </a:solidFill>
              <a:latin typeface="Arial"/>
            </a:endParaRPr>
          </a:p>
        </p:txBody>
      </p:sp>
      <p:cxnSp>
        <p:nvCxnSpPr>
          <p:cNvPr id="243" name="Straight Arrow Connector 9"/>
          <p:cNvCxnSpPr/>
          <p:nvPr/>
        </p:nvCxnSpPr>
        <p:spPr>
          <a:xfrm flipH="1">
            <a:off x="10416600" y="5743080"/>
            <a:ext cx="869760" cy="360"/>
          </a:xfrm>
          <a:prstGeom prst="straightConnector1">
            <a:avLst/>
          </a:prstGeom>
          <a:ln>
            <a:solidFill>
              <a:srgbClr val="000000"/>
            </a:solidFill>
            <a:round/>
            <a:tailEnd len="med" type="triangle" w="med"/>
          </a:ln>
        </p:spPr>
      </p:cxnSp>
      <p:cxnSp>
        <p:nvCxnSpPr>
          <p:cNvPr id="244" name="Straight Connector 44"/>
          <p:cNvCxnSpPr/>
          <p:nvPr/>
        </p:nvCxnSpPr>
        <p:spPr>
          <a:xfrm flipV="1">
            <a:off x="8512920" y="5746320"/>
            <a:ext cx="1304640" cy="15840"/>
          </a:xfrm>
          <a:prstGeom prst="straightConnector1">
            <a:avLst/>
          </a:prstGeom>
          <a:ln>
            <a:solidFill>
              <a:srgbClr val="000000"/>
            </a:solidFill>
            <a:round/>
          </a:ln>
        </p:spPr>
      </p:cxnSp>
      <p:sp>
        <p:nvSpPr>
          <p:cNvPr id="245" name="Rounded Rectangle 33"/>
          <p:cNvSpPr/>
          <p:nvPr/>
        </p:nvSpPr>
        <p:spPr>
          <a:xfrm>
            <a:off x="9502560" y="5181480"/>
            <a:ext cx="914040" cy="1019520"/>
          </a:xfrm>
          <a:prstGeom prst="roundRect">
            <a:avLst>
              <a:gd name="adj" fmla="val 16667"/>
            </a:avLst>
          </a:prstGeom>
          <a:gradFill rotWithShape="0">
            <a:gsLst>
              <a:gs pos="0">
                <a:srgbClr val="002c54"/>
              </a:gs>
              <a:gs pos="80000">
                <a:srgbClr val="003a6d"/>
              </a:gs>
              <a:gs pos="100000">
                <a:srgbClr val="003a6e"/>
              </a:gs>
            </a:gsLst>
            <a:lin ang="16200000"/>
          </a:gradFill>
          <a:ln w="0">
            <a:noFill/>
          </a:ln>
          <a:effectLst>
            <a:outerShdw algn="tl" blurRad="50760" dir="2700000" dist="37674" rotWithShape="0">
              <a:srgbClr val="000000">
                <a:alpha val="40000"/>
              </a:srgbClr>
            </a:outerShdw>
          </a:effectLst>
        </p:spPr>
        <p:style>
          <a:lnRef idx="0">
            <a:schemeClr val="accent3"/>
          </a:lnRef>
          <a:fillRef idx="3">
            <a:schemeClr val="accent3"/>
          </a:fillRef>
          <a:effectRef idx="3">
            <a:schemeClr val="accent3"/>
          </a:effectRef>
          <a:fontRef idx="minor"/>
        </p:style>
        <p:txBody>
          <a:bodyPr lIns="90000" rIns="90000" tIns="45000" bIns="45000" anchor="ctr">
            <a:noAutofit/>
          </a:bodyPr>
          <a:p>
            <a:pPr algn="ctr" defTabSz="914400">
              <a:lnSpc>
                <a:spcPct val="100000"/>
              </a:lnSpc>
            </a:pPr>
            <a:r>
              <a:rPr b="1" lang="en-US" sz="1600" spc="-1" strike="noStrike">
                <a:solidFill>
                  <a:schemeClr val="lt1"/>
                </a:solidFill>
                <a:latin typeface="Mulish"/>
              </a:rPr>
              <a:t>NPCI</a:t>
            </a:r>
            <a:endParaRPr b="0" lang="en-IN" sz="1600" spc="-1" strike="noStrike">
              <a:solidFill>
                <a:srgbClr val="000000"/>
              </a:solidFill>
              <a:latin typeface="Arial"/>
            </a:endParaRPr>
          </a:p>
        </p:txBody>
      </p:sp>
      <p:sp>
        <p:nvSpPr>
          <p:cNvPr id="246" name="Left Arrow 53"/>
          <p:cNvSpPr/>
          <p:nvPr/>
        </p:nvSpPr>
        <p:spPr>
          <a:xfrm>
            <a:off x="1350360" y="3011400"/>
            <a:ext cx="2088720" cy="434880"/>
          </a:xfrm>
          <a:prstGeom prst="leftArrow">
            <a:avLst>
              <a:gd name="adj1" fmla="val 50000"/>
              <a:gd name="adj2" fmla="val 50000"/>
            </a:avLst>
          </a:prstGeom>
          <a:gradFill rotWithShape="0">
            <a:gsLst>
              <a:gs pos="0">
                <a:srgbClr val="bd5800"/>
              </a:gs>
              <a:gs pos="80000">
                <a:srgbClr val="f57300"/>
              </a:gs>
              <a:gs pos="100000">
                <a:srgbClr val="f67200"/>
              </a:gs>
            </a:gsLst>
            <a:lin ang="16200000"/>
          </a:gradFill>
          <a:ln w="0">
            <a:noFill/>
          </a:ln>
          <a:effectLst>
            <a:outerShdw blurRad="39960" dir="5400000" dist="23040" rotWithShape="0">
              <a:srgbClr val="000000">
                <a:alpha val="35000"/>
              </a:srgbClr>
            </a:outerShdw>
          </a:effectLst>
        </p:spPr>
        <p:style>
          <a:lnRef idx="0">
            <a:schemeClr val="accent1"/>
          </a:lnRef>
          <a:fillRef idx="3">
            <a:schemeClr val="accent1"/>
          </a:fillRef>
          <a:effectRef idx="3">
            <a:schemeClr val="accent1"/>
          </a:effectRef>
          <a:fontRef idx="minor"/>
        </p:style>
        <p:txBody>
          <a:bodyPr lIns="90000" rIns="90000" tIns="45000" bIns="45000" anchor="ctr">
            <a:noAutofit/>
          </a:bodyPr>
          <a:p>
            <a:pPr algn="ctr" defTabSz="914400">
              <a:lnSpc>
                <a:spcPct val="100000"/>
              </a:lnSpc>
            </a:pPr>
            <a:r>
              <a:rPr b="1" lang="en-US" sz="1600" spc="-1" strike="noStrike">
                <a:solidFill>
                  <a:schemeClr val="lt1"/>
                </a:solidFill>
                <a:latin typeface="Mulish"/>
              </a:rPr>
              <a:t>Response</a:t>
            </a:r>
            <a:endParaRPr b="0" lang="en-IN" sz="1600" spc="-1" strike="noStrike">
              <a:solidFill>
                <a:srgbClr val="000000"/>
              </a:solidFill>
              <a:latin typeface="Arial"/>
            </a:endParaRPr>
          </a:p>
        </p:txBody>
      </p:sp>
      <p:sp>
        <p:nvSpPr>
          <p:cNvPr id="247" name="TextBox 54"/>
          <p:cNvSpPr/>
          <p:nvPr/>
        </p:nvSpPr>
        <p:spPr>
          <a:xfrm>
            <a:off x="1960560" y="2820600"/>
            <a:ext cx="1752120" cy="303120"/>
          </a:xfrm>
          <a:prstGeom prst="rect">
            <a:avLst/>
          </a:prstGeom>
          <a:noFill/>
          <a:ln w="0">
            <a:noFill/>
          </a:ln>
        </p:spPr>
        <p:style>
          <a:lnRef idx="0"/>
          <a:fillRef idx="0"/>
          <a:effectRef idx="0"/>
          <a:fontRef idx="minor"/>
        </p:style>
        <p:txBody>
          <a:bodyPr lIns="90000" rIns="90000" tIns="45000" bIns="45000" anchor="t">
            <a:spAutoFit/>
          </a:bodyPr>
          <a:p>
            <a:pPr defTabSz="914400">
              <a:lnSpc>
                <a:spcPct val="100000"/>
              </a:lnSpc>
            </a:pPr>
            <a:r>
              <a:rPr b="1" lang="en-US" sz="1400" spc="-1" strike="noStrike" u="sng">
                <a:solidFill>
                  <a:schemeClr val="dk1"/>
                </a:solidFill>
                <a:uFillTx/>
                <a:latin typeface="Mulish"/>
              </a:rPr>
              <a:t>Decrypted</a:t>
            </a:r>
            <a:endParaRPr b="0" lang="en-IN" sz="14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48" name="Rounded Rectangle 38"/>
          <p:cNvSpPr/>
          <p:nvPr/>
        </p:nvSpPr>
        <p:spPr>
          <a:xfrm>
            <a:off x="8273880" y="990720"/>
            <a:ext cx="3839760" cy="4952520"/>
          </a:xfrm>
          <a:prstGeom prst="roundRect">
            <a:avLst>
              <a:gd name="adj" fmla="val 16667"/>
            </a:avLst>
          </a:prstGeom>
          <a:solidFill>
            <a:srgbClr val="ffffff"/>
          </a:solidFill>
          <a:ln>
            <a:solidFill>
              <a:srgbClr val="97291e"/>
            </a:solidFill>
            <a:round/>
          </a:ln>
        </p:spPr>
        <p:style>
          <a:lnRef idx="2">
            <a:schemeClr val="accent2"/>
          </a:lnRef>
          <a:fillRef idx="1">
            <a:schemeClr val="lt1"/>
          </a:fillRef>
          <a:effectRef idx="0">
            <a:schemeClr val="accent2"/>
          </a:effectRef>
          <a:fontRef idx="minor"/>
        </p:style>
        <p:txBody>
          <a:bodyPr lIns="90000" rIns="90000" tIns="45000" bIns="45000" anchor="ctr">
            <a:noAutofit/>
          </a:bodyPr>
          <a:p>
            <a:pPr algn="ctr" defTabSz="914400">
              <a:lnSpc>
                <a:spcPct val="100000"/>
              </a:lnSpc>
            </a:pPr>
            <a:endParaRPr b="0" lang="en-IN" sz="1900" spc="-1" strike="noStrike">
              <a:solidFill>
                <a:schemeClr val="dk1"/>
              </a:solidFill>
              <a:latin typeface="Zurich BT"/>
            </a:endParaRPr>
          </a:p>
        </p:txBody>
      </p:sp>
      <p:sp>
        <p:nvSpPr>
          <p:cNvPr id="249" name="Rounded Rectangle 36"/>
          <p:cNvSpPr/>
          <p:nvPr/>
        </p:nvSpPr>
        <p:spPr>
          <a:xfrm>
            <a:off x="4516560" y="990720"/>
            <a:ext cx="3634920" cy="4952520"/>
          </a:xfrm>
          <a:prstGeom prst="roundRect">
            <a:avLst>
              <a:gd name="adj" fmla="val 16667"/>
            </a:avLst>
          </a:prstGeom>
          <a:solidFill>
            <a:srgbClr val="ffffff"/>
          </a:solidFill>
          <a:ln>
            <a:solidFill>
              <a:srgbClr val="97291e"/>
            </a:solidFill>
            <a:round/>
          </a:ln>
        </p:spPr>
        <p:style>
          <a:lnRef idx="2">
            <a:schemeClr val="accent2"/>
          </a:lnRef>
          <a:fillRef idx="1">
            <a:schemeClr val="lt1"/>
          </a:fillRef>
          <a:effectRef idx="0">
            <a:schemeClr val="accent2"/>
          </a:effectRef>
          <a:fontRef idx="minor"/>
        </p:style>
        <p:txBody>
          <a:bodyPr lIns="90000" rIns="90000" tIns="45000" bIns="45000" anchor="ctr">
            <a:noAutofit/>
          </a:bodyPr>
          <a:p>
            <a:pPr algn="ctr" defTabSz="914400">
              <a:lnSpc>
                <a:spcPct val="100000"/>
              </a:lnSpc>
            </a:pPr>
            <a:endParaRPr b="0" lang="en-IN" sz="1900" spc="-1" strike="noStrike">
              <a:solidFill>
                <a:schemeClr val="dk1"/>
              </a:solidFill>
              <a:latin typeface="Zurich BT"/>
            </a:endParaRPr>
          </a:p>
        </p:txBody>
      </p:sp>
      <p:sp>
        <p:nvSpPr>
          <p:cNvPr id="250" name="Rounded Rectangle 6"/>
          <p:cNvSpPr/>
          <p:nvPr/>
        </p:nvSpPr>
        <p:spPr>
          <a:xfrm>
            <a:off x="101520" y="990720"/>
            <a:ext cx="4292280" cy="4952520"/>
          </a:xfrm>
          <a:prstGeom prst="roundRect">
            <a:avLst>
              <a:gd name="adj" fmla="val 16667"/>
            </a:avLst>
          </a:prstGeom>
          <a:solidFill>
            <a:srgbClr val="ffffff"/>
          </a:solidFill>
          <a:ln>
            <a:solidFill>
              <a:srgbClr val="97291e"/>
            </a:solidFill>
            <a:round/>
          </a:ln>
        </p:spPr>
        <p:style>
          <a:lnRef idx="2">
            <a:schemeClr val="accent2"/>
          </a:lnRef>
          <a:fillRef idx="1">
            <a:schemeClr val="lt1"/>
          </a:fillRef>
          <a:effectRef idx="0">
            <a:schemeClr val="accent2"/>
          </a:effectRef>
          <a:fontRef idx="minor"/>
        </p:style>
        <p:txBody>
          <a:bodyPr lIns="90000" rIns="90000" tIns="45000" bIns="45000" anchor="ctr">
            <a:noAutofit/>
          </a:bodyPr>
          <a:p>
            <a:pPr algn="ctr" defTabSz="914400">
              <a:lnSpc>
                <a:spcPct val="100000"/>
              </a:lnSpc>
            </a:pPr>
            <a:endParaRPr b="0" lang="en-IN" sz="1900" spc="-1" strike="noStrike">
              <a:solidFill>
                <a:schemeClr val="dk1"/>
              </a:solidFill>
              <a:latin typeface="Zurich BT"/>
            </a:endParaRPr>
          </a:p>
        </p:txBody>
      </p:sp>
      <p:sp>
        <p:nvSpPr>
          <p:cNvPr id="251" name="PlaceHolder 1"/>
          <p:cNvSpPr>
            <a:spLocks noGrp="1"/>
          </p:cNvSpPr>
          <p:nvPr>
            <p:ph/>
          </p:nvPr>
        </p:nvSpPr>
        <p:spPr>
          <a:xfrm>
            <a:off x="125280" y="216000"/>
            <a:ext cx="11683800" cy="493200"/>
          </a:xfrm>
          <a:prstGeom prst="rect">
            <a:avLst/>
          </a:prstGeom>
          <a:noFill/>
          <a:ln w="0">
            <a:noFill/>
          </a:ln>
        </p:spPr>
        <p:txBody>
          <a:bodyPr lIns="91440" rIns="91440" tIns="45720" bIns="45720" anchor="t">
            <a:noAutofit/>
          </a:bodyPr>
          <a:p>
            <a:pPr indent="0" defTabSz="914400">
              <a:lnSpc>
                <a:spcPct val="100000"/>
              </a:lnSpc>
              <a:spcBef>
                <a:spcPts val="479"/>
              </a:spcBef>
              <a:buNone/>
              <a:tabLst>
                <a:tab algn="l" pos="0"/>
              </a:tabLst>
            </a:pPr>
            <a:r>
              <a:rPr b="1" lang="en-US" sz="2400" spc="-1" strike="noStrike">
                <a:solidFill>
                  <a:srgbClr val="97281d"/>
                </a:solidFill>
                <a:latin typeface="Mulish"/>
              </a:rPr>
              <a:t>UPI Collection – Collect</a:t>
            </a:r>
            <a:endParaRPr b="0" lang="en-US" sz="2400" spc="-1" strike="noStrike">
              <a:solidFill>
                <a:schemeClr val="dk1"/>
              </a:solidFill>
              <a:latin typeface="Zurich BT"/>
            </a:endParaRPr>
          </a:p>
        </p:txBody>
      </p:sp>
      <p:sp>
        <p:nvSpPr>
          <p:cNvPr id="252" name="PlaceHolder 2"/>
          <p:cNvSpPr>
            <a:spLocks noGrp="1"/>
          </p:cNvSpPr>
          <p:nvPr>
            <p:ph type="sldNum" idx="38"/>
          </p:nvPr>
        </p:nvSpPr>
        <p:spPr>
          <a:xfrm>
            <a:off x="11275920" y="6415560"/>
            <a:ext cx="609120" cy="365760"/>
          </a:xfrm>
          <a:prstGeom prst="rect">
            <a:avLst/>
          </a:prstGeom>
          <a:noFill/>
          <a:ln w="0">
            <a:noFill/>
          </a:ln>
        </p:spPr>
        <p:txBody>
          <a:bodyPr lIns="91440" rIns="91440" tIns="45720" bIns="45720" anchor="ctr">
            <a:noAutofit/>
          </a:bodyPr>
          <a:lstStyle>
            <a:lvl1pPr indent="0" algn="r" defTabSz="914400">
              <a:lnSpc>
                <a:spcPct val="100000"/>
              </a:lnSpc>
              <a:buNone/>
              <a:defRPr b="0" lang="en-US" sz="1200" spc="-1" strike="noStrike">
                <a:solidFill>
                  <a:srgbClr val="1f497d"/>
                </a:solidFill>
                <a:latin typeface="Zurich Lt BT"/>
              </a:defRPr>
            </a:lvl1pPr>
          </a:lstStyle>
          <a:p>
            <a:pPr indent="0" algn="r" defTabSz="914400">
              <a:lnSpc>
                <a:spcPct val="100000"/>
              </a:lnSpc>
              <a:buNone/>
            </a:pPr>
            <a:fld id="{E0D067E3-6D07-4BD9-9754-E6FBF8A96CE4}" type="slidenum">
              <a:rPr b="0" lang="en-US" sz="1200" spc="-1" strike="noStrike">
                <a:solidFill>
                  <a:srgbClr val="1f497d"/>
                </a:solidFill>
                <a:latin typeface="Zurich Lt BT"/>
              </a:rPr>
              <a:t>&lt;number&gt;</a:t>
            </a:fld>
            <a:endParaRPr b="0" lang="en-IN" sz="1200" spc="-1" strike="noStrike">
              <a:solidFill>
                <a:srgbClr val="000000"/>
              </a:solidFill>
              <a:latin typeface="Times New Roman"/>
            </a:endParaRPr>
          </a:p>
        </p:txBody>
      </p:sp>
      <p:sp>
        <p:nvSpPr>
          <p:cNvPr id="253" name="Rectangle 2"/>
          <p:cNvSpPr/>
          <p:nvPr/>
        </p:nvSpPr>
        <p:spPr>
          <a:xfrm>
            <a:off x="101520" y="1666800"/>
            <a:ext cx="5533560" cy="3718800"/>
          </a:xfrm>
          <a:prstGeom prst="rect">
            <a:avLst/>
          </a:prstGeom>
          <a:noFill/>
          <a:ln w="0">
            <a:noFill/>
          </a:ln>
        </p:spPr>
        <p:style>
          <a:lnRef idx="0"/>
          <a:fillRef idx="0"/>
          <a:effectRef idx="0"/>
          <a:fontRef idx="minor"/>
        </p:style>
        <p:txBody>
          <a:bodyPr lIns="90000" rIns="90000" tIns="45000" bIns="45000" anchor="t">
            <a:spAutoFit/>
          </a:bodyPr>
          <a:p>
            <a:pPr defTabSz="914400">
              <a:lnSpc>
                <a:spcPct val="100000"/>
              </a:lnSpc>
            </a:pPr>
            <a:r>
              <a:rPr b="0" lang="en-IN" sz="1400" spc="-1" strike="noStrike">
                <a:solidFill>
                  <a:schemeClr val="dk1"/>
                </a:solidFill>
                <a:latin typeface="Mulish"/>
              </a:rPr>
              <a:t>{ </a:t>
            </a:r>
            <a:endParaRPr b="0" lang="en-IN" sz="1400" spc="-1" strike="noStrike">
              <a:solidFill>
                <a:srgbClr val="000000"/>
              </a:solidFill>
              <a:latin typeface="Arial"/>
            </a:endParaRPr>
          </a:p>
          <a:p>
            <a:pPr defTabSz="914400">
              <a:lnSpc>
                <a:spcPct val="100000"/>
              </a:lnSpc>
            </a:pPr>
            <a:r>
              <a:rPr b="0" lang="en-IN" sz="1400" spc="-1" strike="noStrike">
                <a:solidFill>
                  <a:schemeClr val="dk1"/>
                </a:solidFill>
                <a:latin typeface="Mulish"/>
              </a:rPr>
              <a:t>    </a:t>
            </a:r>
            <a:r>
              <a:rPr b="0" lang="en-IN" sz="1400" spc="-1" strike="noStrike">
                <a:solidFill>
                  <a:schemeClr val="dk1"/>
                </a:solidFill>
                <a:latin typeface="Mulish"/>
              </a:rPr>
              <a:t>"payerVa": "testo@icici", </a:t>
            </a:r>
            <a:endParaRPr b="0" lang="en-IN" sz="1400" spc="-1" strike="noStrike">
              <a:solidFill>
                <a:srgbClr val="000000"/>
              </a:solidFill>
              <a:latin typeface="Arial"/>
            </a:endParaRPr>
          </a:p>
          <a:p>
            <a:pPr defTabSz="914400">
              <a:lnSpc>
                <a:spcPct val="100000"/>
              </a:lnSpc>
            </a:pPr>
            <a:r>
              <a:rPr b="0" lang="en-IN" sz="1400" spc="-1" strike="noStrike">
                <a:solidFill>
                  <a:schemeClr val="dk1"/>
                </a:solidFill>
                <a:latin typeface="Mulish"/>
              </a:rPr>
              <a:t>    </a:t>
            </a:r>
            <a:r>
              <a:rPr b="0" lang="en-IN" sz="1400" spc="-1" strike="noStrike">
                <a:solidFill>
                  <a:schemeClr val="dk1"/>
                </a:solidFill>
                <a:latin typeface="Mulish"/>
              </a:rPr>
              <a:t>"amount": "5.00", </a:t>
            </a:r>
            <a:endParaRPr b="0" lang="en-IN" sz="1400" spc="-1" strike="noStrike">
              <a:solidFill>
                <a:srgbClr val="000000"/>
              </a:solidFill>
              <a:latin typeface="Arial"/>
            </a:endParaRPr>
          </a:p>
          <a:p>
            <a:pPr defTabSz="914400">
              <a:lnSpc>
                <a:spcPct val="100000"/>
              </a:lnSpc>
            </a:pPr>
            <a:r>
              <a:rPr b="0" lang="en-IN" sz="1400" spc="-1" strike="noStrike">
                <a:solidFill>
                  <a:schemeClr val="dk1"/>
                </a:solidFill>
                <a:latin typeface="Mulish"/>
              </a:rPr>
              <a:t>    </a:t>
            </a:r>
            <a:r>
              <a:rPr b="0" lang="en-IN" sz="1400" spc="-1" strike="noStrike">
                <a:solidFill>
                  <a:schemeClr val="dk1"/>
                </a:solidFill>
                <a:latin typeface="Mulish"/>
              </a:rPr>
              <a:t>"note": "collect-pay-request", </a:t>
            </a:r>
            <a:endParaRPr b="0" lang="en-IN" sz="1400" spc="-1" strike="noStrike">
              <a:solidFill>
                <a:srgbClr val="000000"/>
              </a:solidFill>
              <a:latin typeface="Arial"/>
            </a:endParaRPr>
          </a:p>
          <a:p>
            <a:pPr defTabSz="914400">
              <a:lnSpc>
                <a:spcPct val="100000"/>
              </a:lnSpc>
            </a:pPr>
            <a:r>
              <a:rPr b="0" lang="en-IN" sz="1400" spc="-1" strike="noStrike">
                <a:solidFill>
                  <a:schemeClr val="dk1"/>
                </a:solidFill>
                <a:latin typeface="Mulish"/>
              </a:rPr>
              <a:t>    </a:t>
            </a:r>
            <a:r>
              <a:rPr b="0" lang="en-IN" sz="1400" spc="-1" strike="noStrike">
                <a:solidFill>
                  <a:schemeClr val="dk1"/>
                </a:solidFill>
                <a:latin typeface="Mulish"/>
              </a:rPr>
              <a:t>"collectByDate": "08/11/2019 06:30 PM", </a:t>
            </a:r>
            <a:endParaRPr b="0" lang="en-IN" sz="1400" spc="-1" strike="noStrike">
              <a:solidFill>
                <a:srgbClr val="000000"/>
              </a:solidFill>
              <a:latin typeface="Arial"/>
            </a:endParaRPr>
          </a:p>
          <a:p>
            <a:pPr defTabSz="914400">
              <a:lnSpc>
                <a:spcPct val="100000"/>
              </a:lnSpc>
            </a:pPr>
            <a:r>
              <a:rPr b="0" lang="en-IN" sz="1400" spc="-1" strike="noStrike">
                <a:solidFill>
                  <a:schemeClr val="dk1"/>
                </a:solidFill>
                <a:latin typeface="Mulish"/>
              </a:rPr>
              <a:t>    </a:t>
            </a:r>
            <a:r>
              <a:rPr b="0" lang="en-IN" sz="1400" spc="-1" strike="noStrike">
                <a:solidFill>
                  <a:schemeClr val="dk1"/>
                </a:solidFill>
                <a:latin typeface="Mulish"/>
              </a:rPr>
              <a:t>"merchantId": "118449", </a:t>
            </a:r>
            <a:endParaRPr b="0" lang="en-IN" sz="1400" spc="-1" strike="noStrike">
              <a:solidFill>
                <a:srgbClr val="000000"/>
              </a:solidFill>
              <a:latin typeface="Arial"/>
            </a:endParaRPr>
          </a:p>
          <a:p>
            <a:pPr defTabSz="914400">
              <a:lnSpc>
                <a:spcPct val="100000"/>
              </a:lnSpc>
            </a:pPr>
            <a:r>
              <a:rPr b="0" lang="en-IN" sz="1400" spc="-1" strike="noStrike">
                <a:solidFill>
                  <a:schemeClr val="dk1"/>
                </a:solidFill>
                <a:latin typeface="Mulish"/>
              </a:rPr>
              <a:t>    </a:t>
            </a:r>
            <a:r>
              <a:rPr b="0" lang="en-IN" sz="1400" spc="-1" strike="noStrike">
                <a:solidFill>
                  <a:schemeClr val="dk1"/>
                </a:solidFill>
                <a:latin typeface="Mulish"/>
              </a:rPr>
              <a:t>"merchantName": "Testmerchant", </a:t>
            </a:r>
            <a:endParaRPr b="0" lang="en-IN" sz="1400" spc="-1" strike="noStrike">
              <a:solidFill>
                <a:srgbClr val="000000"/>
              </a:solidFill>
              <a:latin typeface="Arial"/>
            </a:endParaRPr>
          </a:p>
          <a:p>
            <a:pPr defTabSz="914400">
              <a:lnSpc>
                <a:spcPct val="100000"/>
              </a:lnSpc>
            </a:pPr>
            <a:r>
              <a:rPr b="0" lang="en-IN" sz="1400" spc="-1" strike="noStrike">
                <a:solidFill>
                  <a:schemeClr val="dk1"/>
                </a:solidFill>
                <a:latin typeface="Mulish"/>
              </a:rPr>
              <a:t>    </a:t>
            </a:r>
            <a:r>
              <a:rPr b="0" lang="en-IN" sz="1400" spc="-1" strike="noStrike">
                <a:solidFill>
                  <a:schemeClr val="dk1"/>
                </a:solidFill>
                <a:latin typeface="Mulish"/>
              </a:rPr>
              <a:t>"subMerchantId": "118449", </a:t>
            </a:r>
            <a:endParaRPr b="0" lang="en-IN" sz="1400" spc="-1" strike="noStrike">
              <a:solidFill>
                <a:srgbClr val="000000"/>
              </a:solidFill>
              <a:latin typeface="Arial"/>
            </a:endParaRPr>
          </a:p>
          <a:p>
            <a:pPr defTabSz="914400">
              <a:lnSpc>
                <a:spcPct val="100000"/>
              </a:lnSpc>
            </a:pPr>
            <a:r>
              <a:rPr b="0" lang="en-IN" sz="1400" spc="-1" strike="noStrike">
                <a:solidFill>
                  <a:schemeClr val="dk1"/>
                </a:solidFill>
                <a:latin typeface="Mulish"/>
              </a:rPr>
              <a:t>    </a:t>
            </a:r>
            <a:r>
              <a:rPr b="0" lang="en-IN" sz="1400" spc="-1" strike="noStrike">
                <a:solidFill>
                  <a:schemeClr val="dk1"/>
                </a:solidFill>
                <a:latin typeface="Mulish"/>
              </a:rPr>
              <a:t>"subMerchantName": "Test", </a:t>
            </a:r>
            <a:endParaRPr b="0" lang="en-IN" sz="1400" spc="-1" strike="noStrike">
              <a:solidFill>
                <a:srgbClr val="000000"/>
              </a:solidFill>
              <a:latin typeface="Arial"/>
            </a:endParaRPr>
          </a:p>
          <a:p>
            <a:pPr defTabSz="914400">
              <a:lnSpc>
                <a:spcPct val="100000"/>
              </a:lnSpc>
            </a:pPr>
            <a:r>
              <a:rPr b="0" lang="en-IN" sz="1400" spc="-1" strike="noStrike">
                <a:solidFill>
                  <a:schemeClr val="dk1"/>
                </a:solidFill>
                <a:latin typeface="Mulish"/>
              </a:rPr>
              <a:t>    </a:t>
            </a:r>
            <a:r>
              <a:rPr b="0" lang="en-IN" sz="1400" spc="-1" strike="noStrike">
                <a:solidFill>
                  <a:schemeClr val="dk1"/>
                </a:solidFill>
                <a:latin typeface="Mulish"/>
              </a:rPr>
              <a:t>"terminalId": "5411", </a:t>
            </a:r>
            <a:endParaRPr b="0" lang="en-IN" sz="1400" spc="-1" strike="noStrike">
              <a:solidFill>
                <a:srgbClr val="000000"/>
              </a:solidFill>
              <a:latin typeface="Arial"/>
            </a:endParaRPr>
          </a:p>
          <a:p>
            <a:pPr defTabSz="914400">
              <a:lnSpc>
                <a:spcPct val="100000"/>
              </a:lnSpc>
            </a:pPr>
            <a:r>
              <a:rPr b="0" lang="en-IN" sz="1400" spc="-1" strike="noStrike">
                <a:solidFill>
                  <a:schemeClr val="dk1"/>
                </a:solidFill>
                <a:latin typeface="Mulish"/>
              </a:rPr>
              <a:t>    </a:t>
            </a:r>
            <a:r>
              <a:rPr b="0" lang="en-IN" sz="1400" spc="-1" strike="noStrike">
                <a:solidFill>
                  <a:schemeClr val="dk1"/>
                </a:solidFill>
                <a:latin typeface="Mulish"/>
              </a:rPr>
              <a:t>"merchantTranId": "p0nillp0k9lqlp091p17", </a:t>
            </a:r>
            <a:endParaRPr b="0" lang="en-IN" sz="1400" spc="-1" strike="noStrike">
              <a:solidFill>
                <a:srgbClr val="000000"/>
              </a:solidFill>
              <a:latin typeface="Arial"/>
            </a:endParaRPr>
          </a:p>
          <a:p>
            <a:pPr defTabSz="914400">
              <a:lnSpc>
                <a:spcPct val="100000"/>
              </a:lnSpc>
            </a:pPr>
            <a:r>
              <a:rPr b="0" lang="en-IN" sz="1400" spc="-1" strike="noStrike">
                <a:solidFill>
                  <a:schemeClr val="dk1"/>
                </a:solidFill>
                <a:latin typeface="Mulish"/>
              </a:rPr>
              <a:t>    </a:t>
            </a:r>
            <a:r>
              <a:rPr b="0" lang="en-IN" sz="1400" spc="-1" strike="noStrike">
                <a:solidFill>
                  <a:schemeClr val="dk1"/>
                </a:solidFill>
                <a:latin typeface="Mulish"/>
              </a:rPr>
              <a:t>"billNumber": "sdf1po111b", </a:t>
            </a:r>
            <a:endParaRPr b="0" lang="en-IN" sz="1400" spc="-1" strike="noStrike">
              <a:solidFill>
                <a:srgbClr val="000000"/>
              </a:solidFill>
              <a:latin typeface="Arial"/>
            </a:endParaRPr>
          </a:p>
          <a:p>
            <a:pPr defTabSz="914400">
              <a:lnSpc>
                <a:spcPct val="100000"/>
              </a:lnSpc>
            </a:pPr>
            <a:r>
              <a:rPr b="0" lang="en-IN" sz="1400" spc="-1" strike="noStrike">
                <a:solidFill>
                  <a:schemeClr val="dk1"/>
                </a:solidFill>
                <a:latin typeface="Mulish"/>
              </a:rPr>
              <a:t>    </a:t>
            </a:r>
            <a:r>
              <a:rPr b="0" lang="en-IN" sz="1400" spc="-1" strike="noStrike">
                <a:solidFill>
                  <a:schemeClr val="dk1"/>
                </a:solidFill>
                <a:latin typeface="Mulish"/>
              </a:rPr>
              <a:t>"validatePayerAccFlag": "Y", </a:t>
            </a:r>
            <a:endParaRPr b="0" lang="en-IN" sz="1400" spc="-1" strike="noStrike">
              <a:solidFill>
                <a:srgbClr val="000000"/>
              </a:solidFill>
              <a:latin typeface="Arial"/>
            </a:endParaRPr>
          </a:p>
          <a:p>
            <a:pPr defTabSz="914400">
              <a:lnSpc>
                <a:spcPct val="100000"/>
              </a:lnSpc>
            </a:pPr>
            <a:r>
              <a:rPr b="0" lang="en-IN" sz="1400" spc="-1" strike="noStrike">
                <a:solidFill>
                  <a:schemeClr val="dk1"/>
                </a:solidFill>
                <a:latin typeface="Mulish"/>
              </a:rPr>
              <a:t>    </a:t>
            </a:r>
            <a:r>
              <a:rPr b="0" lang="en-IN" sz="1400" spc="-1" strike="noStrike">
                <a:solidFill>
                  <a:schemeClr val="dk1"/>
                </a:solidFill>
                <a:latin typeface="Mulish"/>
              </a:rPr>
              <a:t>"payerAccount": "0405012740", </a:t>
            </a:r>
            <a:endParaRPr b="0" lang="en-IN" sz="1400" spc="-1" strike="noStrike">
              <a:solidFill>
                <a:srgbClr val="000000"/>
              </a:solidFill>
              <a:latin typeface="Arial"/>
            </a:endParaRPr>
          </a:p>
          <a:p>
            <a:pPr defTabSz="914400">
              <a:lnSpc>
                <a:spcPct val="100000"/>
              </a:lnSpc>
            </a:pPr>
            <a:r>
              <a:rPr b="0" lang="en-IN" sz="1400" spc="-1" strike="noStrike">
                <a:solidFill>
                  <a:schemeClr val="dk1"/>
                </a:solidFill>
                <a:latin typeface="Mulish"/>
              </a:rPr>
              <a:t>    </a:t>
            </a:r>
            <a:r>
              <a:rPr b="0" lang="en-IN" sz="1400" spc="-1" strike="noStrike">
                <a:solidFill>
                  <a:schemeClr val="dk1"/>
                </a:solidFill>
                <a:latin typeface="Mulish"/>
              </a:rPr>
              <a:t>"payerIFSC": "ICI00012345", </a:t>
            </a:r>
            <a:endParaRPr b="0" lang="en-IN" sz="1400" spc="-1" strike="noStrike">
              <a:solidFill>
                <a:srgbClr val="000000"/>
              </a:solidFill>
              <a:latin typeface="Arial"/>
            </a:endParaRPr>
          </a:p>
          <a:p>
            <a:pPr defTabSz="914400">
              <a:lnSpc>
                <a:spcPct val="100000"/>
              </a:lnSpc>
            </a:pPr>
            <a:r>
              <a:rPr b="0" lang="en-IN" sz="1400" spc="-1" strike="noStrike">
                <a:solidFill>
                  <a:schemeClr val="dk1"/>
                </a:solidFill>
                <a:latin typeface="Mulish"/>
              </a:rPr>
              <a:t>} </a:t>
            </a:r>
            <a:endParaRPr b="0" lang="en-IN" sz="1400" spc="-1" strike="noStrike">
              <a:solidFill>
                <a:srgbClr val="000000"/>
              </a:solidFill>
              <a:latin typeface="Arial"/>
            </a:endParaRPr>
          </a:p>
          <a:p>
            <a:pPr defTabSz="914400">
              <a:lnSpc>
                <a:spcPct val="100000"/>
              </a:lnSpc>
            </a:pPr>
            <a:r>
              <a:rPr b="0" lang="en-IN" sz="1400" spc="-1" strike="noStrike">
                <a:solidFill>
                  <a:schemeClr val="dk1"/>
                </a:solidFill>
                <a:latin typeface="Mulish"/>
              </a:rPr>
              <a:t> </a:t>
            </a:r>
            <a:endParaRPr b="0" lang="en-IN" sz="1400" spc="-1" strike="noStrike">
              <a:solidFill>
                <a:srgbClr val="000000"/>
              </a:solidFill>
              <a:latin typeface="Arial"/>
            </a:endParaRPr>
          </a:p>
        </p:txBody>
      </p:sp>
      <p:sp>
        <p:nvSpPr>
          <p:cNvPr id="254" name="Rectangle 4"/>
          <p:cNvSpPr/>
          <p:nvPr/>
        </p:nvSpPr>
        <p:spPr>
          <a:xfrm>
            <a:off x="4514760" y="2235960"/>
            <a:ext cx="6092640" cy="2437920"/>
          </a:xfrm>
          <a:prstGeom prst="rect">
            <a:avLst/>
          </a:prstGeom>
          <a:noFill/>
          <a:ln w="0">
            <a:noFill/>
          </a:ln>
        </p:spPr>
        <p:style>
          <a:lnRef idx="0"/>
          <a:fillRef idx="0"/>
          <a:effectRef idx="0"/>
          <a:fontRef idx="minor"/>
        </p:style>
        <p:txBody>
          <a:bodyPr lIns="90000" rIns="90000" tIns="45000" bIns="45000" anchor="t">
            <a:spAutoFit/>
          </a:bodyPr>
          <a:p>
            <a:pPr defTabSz="914400">
              <a:lnSpc>
                <a:spcPct val="100000"/>
              </a:lnSpc>
            </a:pPr>
            <a:r>
              <a:rPr b="0" lang="en-IN" sz="1400" spc="-1" strike="noStrike">
                <a:solidFill>
                  <a:schemeClr val="dk1"/>
                </a:solidFill>
                <a:latin typeface="Mulish"/>
              </a:rPr>
              <a:t>{ </a:t>
            </a:r>
            <a:endParaRPr b="0" lang="en-IN" sz="1400" spc="-1" strike="noStrike">
              <a:solidFill>
                <a:srgbClr val="000000"/>
              </a:solidFill>
              <a:latin typeface="Arial"/>
            </a:endParaRPr>
          </a:p>
          <a:p>
            <a:pPr defTabSz="914400">
              <a:lnSpc>
                <a:spcPct val="100000"/>
              </a:lnSpc>
            </a:pPr>
            <a:r>
              <a:rPr b="0" lang="en-IN" sz="1400" spc="-1" strike="noStrike">
                <a:solidFill>
                  <a:schemeClr val="dk1"/>
                </a:solidFill>
                <a:latin typeface="Mulish"/>
              </a:rPr>
              <a:t>   </a:t>
            </a:r>
            <a:r>
              <a:rPr b="0" lang="en-IN" sz="1400" spc="-1" strike="noStrike">
                <a:solidFill>
                  <a:schemeClr val="dk1"/>
                </a:solidFill>
                <a:latin typeface="Mulish"/>
              </a:rPr>
              <a:t>"response":"92", </a:t>
            </a:r>
            <a:endParaRPr b="0" lang="en-IN" sz="1400" spc="-1" strike="noStrike">
              <a:solidFill>
                <a:srgbClr val="000000"/>
              </a:solidFill>
              <a:latin typeface="Arial"/>
            </a:endParaRPr>
          </a:p>
          <a:p>
            <a:pPr defTabSz="914400">
              <a:lnSpc>
                <a:spcPct val="100000"/>
              </a:lnSpc>
            </a:pPr>
            <a:r>
              <a:rPr b="0" lang="en-IN" sz="1400" spc="-1" strike="noStrike">
                <a:solidFill>
                  <a:schemeClr val="dk1"/>
                </a:solidFill>
                <a:latin typeface="Mulish"/>
              </a:rPr>
              <a:t>   </a:t>
            </a:r>
            <a:r>
              <a:rPr b="0" lang="en-IN" sz="1400" spc="-1" strike="noStrike">
                <a:solidFill>
                  <a:schemeClr val="dk1"/>
                </a:solidFill>
                <a:latin typeface="Mulish"/>
              </a:rPr>
              <a:t>"merchantId":"118449", </a:t>
            </a:r>
            <a:endParaRPr b="0" lang="en-IN" sz="1400" spc="-1" strike="noStrike">
              <a:solidFill>
                <a:srgbClr val="000000"/>
              </a:solidFill>
              <a:latin typeface="Arial"/>
            </a:endParaRPr>
          </a:p>
          <a:p>
            <a:pPr defTabSz="914400">
              <a:lnSpc>
                <a:spcPct val="100000"/>
              </a:lnSpc>
            </a:pPr>
            <a:r>
              <a:rPr b="0" lang="en-IN" sz="1400" spc="-1" strike="noStrike">
                <a:solidFill>
                  <a:schemeClr val="dk1"/>
                </a:solidFill>
                <a:latin typeface="Mulish"/>
              </a:rPr>
              <a:t>   </a:t>
            </a:r>
            <a:r>
              <a:rPr b="0" lang="en-IN" sz="1400" spc="-1" strike="noStrike">
                <a:solidFill>
                  <a:schemeClr val="dk1"/>
                </a:solidFill>
                <a:latin typeface="Mulish"/>
              </a:rPr>
              <a:t>"subMerchantId":"118449", </a:t>
            </a:r>
            <a:endParaRPr b="0" lang="en-IN" sz="1400" spc="-1" strike="noStrike">
              <a:solidFill>
                <a:srgbClr val="000000"/>
              </a:solidFill>
              <a:latin typeface="Arial"/>
            </a:endParaRPr>
          </a:p>
          <a:p>
            <a:pPr defTabSz="914400">
              <a:lnSpc>
                <a:spcPct val="100000"/>
              </a:lnSpc>
            </a:pPr>
            <a:r>
              <a:rPr b="0" lang="en-IN" sz="1400" spc="-1" strike="noStrike">
                <a:solidFill>
                  <a:schemeClr val="dk1"/>
                </a:solidFill>
                <a:latin typeface="Mulish"/>
              </a:rPr>
              <a:t>   </a:t>
            </a:r>
            <a:r>
              <a:rPr b="0" lang="en-IN" sz="1400" spc="-1" strike="noStrike">
                <a:solidFill>
                  <a:schemeClr val="dk1"/>
                </a:solidFill>
                <a:latin typeface="Mulish"/>
              </a:rPr>
              <a:t>"terminalId":"5411", </a:t>
            </a:r>
            <a:endParaRPr b="0" lang="en-IN" sz="1400" spc="-1" strike="noStrike">
              <a:solidFill>
                <a:srgbClr val="000000"/>
              </a:solidFill>
              <a:latin typeface="Arial"/>
            </a:endParaRPr>
          </a:p>
          <a:p>
            <a:pPr defTabSz="914400">
              <a:lnSpc>
                <a:spcPct val="100000"/>
              </a:lnSpc>
            </a:pPr>
            <a:r>
              <a:rPr b="0" lang="en-IN" sz="1400" spc="-1" strike="noStrike">
                <a:solidFill>
                  <a:schemeClr val="dk1"/>
                </a:solidFill>
                <a:latin typeface="Mulish"/>
              </a:rPr>
              <a:t>   </a:t>
            </a:r>
            <a:r>
              <a:rPr b="0" lang="en-IN" sz="1400" spc="-1" strike="noStrike">
                <a:solidFill>
                  <a:schemeClr val="dk1"/>
                </a:solidFill>
                <a:latin typeface="Mulish"/>
              </a:rPr>
              <a:t>"success":"true", </a:t>
            </a:r>
            <a:endParaRPr b="0" lang="en-IN" sz="1400" spc="-1" strike="noStrike">
              <a:solidFill>
                <a:srgbClr val="000000"/>
              </a:solidFill>
              <a:latin typeface="Arial"/>
            </a:endParaRPr>
          </a:p>
          <a:p>
            <a:pPr defTabSz="914400">
              <a:lnSpc>
                <a:spcPct val="100000"/>
              </a:lnSpc>
            </a:pPr>
            <a:r>
              <a:rPr b="0" lang="en-IN" sz="1400" spc="-1" strike="noStrike">
                <a:solidFill>
                  <a:schemeClr val="dk1"/>
                </a:solidFill>
                <a:latin typeface="Mulish"/>
              </a:rPr>
              <a:t>   </a:t>
            </a:r>
            <a:r>
              <a:rPr b="0" lang="en-IN" sz="1400" spc="-1" strike="noStrike">
                <a:solidFill>
                  <a:schemeClr val="dk1"/>
                </a:solidFill>
                <a:latin typeface="Mulish"/>
              </a:rPr>
              <a:t>"message":"Transaction Initiated", </a:t>
            </a:r>
            <a:endParaRPr b="0" lang="en-IN" sz="1400" spc="-1" strike="noStrike">
              <a:solidFill>
                <a:srgbClr val="000000"/>
              </a:solidFill>
              <a:latin typeface="Arial"/>
            </a:endParaRPr>
          </a:p>
          <a:p>
            <a:pPr defTabSz="914400">
              <a:lnSpc>
                <a:spcPct val="100000"/>
              </a:lnSpc>
            </a:pPr>
            <a:r>
              <a:rPr b="0" lang="en-IN" sz="1400" spc="-1" strike="noStrike">
                <a:solidFill>
                  <a:schemeClr val="dk1"/>
                </a:solidFill>
                <a:latin typeface="Mulish"/>
              </a:rPr>
              <a:t>   </a:t>
            </a:r>
            <a:r>
              <a:rPr b="0" lang="en-IN" sz="1400" spc="-1" strike="noStrike">
                <a:solidFill>
                  <a:schemeClr val="dk1"/>
                </a:solidFill>
                <a:latin typeface="Mulish"/>
              </a:rPr>
              <a:t>"merchantTranId":" p0nillp0k9lqlp091p17", </a:t>
            </a:r>
            <a:endParaRPr b="0" lang="en-IN" sz="1400" spc="-1" strike="noStrike">
              <a:solidFill>
                <a:srgbClr val="000000"/>
              </a:solidFill>
              <a:latin typeface="Arial"/>
            </a:endParaRPr>
          </a:p>
          <a:p>
            <a:pPr defTabSz="914400">
              <a:lnSpc>
                <a:spcPct val="100000"/>
              </a:lnSpc>
            </a:pPr>
            <a:r>
              <a:rPr b="0" lang="en-IN" sz="1400" spc="-1" strike="noStrike">
                <a:solidFill>
                  <a:schemeClr val="dk1"/>
                </a:solidFill>
                <a:latin typeface="Mulish"/>
              </a:rPr>
              <a:t>   </a:t>
            </a:r>
            <a:r>
              <a:rPr b="0" lang="en-IN" sz="1400" spc="-1" strike="noStrike">
                <a:solidFill>
                  <a:schemeClr val="dk1"/>
                </a:solidFill>
                <a:latin typeface="Mulish"/>
              </a:rPr>
              <a:t>"BankRRN":"931013011368" </a:t>
            </a:r>
            <a:endParaRPr b="0" lang="en-IN" sz="1400" spc="-1" strike="noStrike">
              <a:solidFill>
                <a:srgbClr val="000000"/>
              </a:solidFill>
              <a:latin typeface="Arial"/>
            </a:endParaRPr>
          </a:p>
          <a:p>
            <a:pPr defTabSz="914400">
              <a:lnSpc>
                <a:spcPct val="100000"/>
              </a:lnSpc>
            </a:pPr>
            <a:r>
              <a:rPr b="0" lang="en-IN" sz="1400" spc="-1" strike="noStrike">
                <a:solidFill>
                  <a:schemeClr val="dk1"/>
                </a:solidFill>
                <a:latin typeface="Mulish"/>
              </a:rPr>
              <a:t>} </a:t>
            </a:r>
            <a:endParaRPr b="0" lang="en-IN" sz="1400" spc="-1" strike="noStrike">
              <a:solidFill>
                <a:srgbClr val="000000"/>
              </a:solidFill>
              <a:latin typeface="Arial"/>
            </a:endParaRPr>
          </a:p>
          <a:p>
            <a:pPr defTabSz="914400">
              <a:lnSpc>
                <a:spcPct val="100000"/>
              </a:lnSpc>
            </a:pPr>
            <a:r>
              <a:rPr b="0" lang="en-IN" sz="1400" spc="-1" strike="noStrike">
                <a:solidFill>
                  <a:schemeClr val="dk1"/>
                </a:solidFill>
                <a:latin typeface="Mulish"/>
              </a:rPr>
              <a:t> </a:t>
            </a:r>
            <a:endParaRPr b="0" lang="en-IN" sz="1400" spc="-1" strike="noStrike">
              <a:solidFill>
                <a:srgbClr val="000000"/>
              </a:solidFill>
              <a:latin typeface="Arial"/>
            </a:endParaRPr>
          </a:p>
        </p:txBody>
      </p:sp>
      <p:sp>
        <p:nvSpPr>
          <p:cNvPr id="255" name="Rectangle 5"/>
          <p:cNvSpPr/>
          <p:nvPr/>
        </p:nvSpPr>
        <p:spPr>
          <a:xfrm>
            <a:off x="8280000" y="1916280"/>
            <a:ext cx="4876560" cy="3291840"/>
          </a:xfrm>
          <a:prstGeom prst="rect">
            <a:avLst/>
          </a:prstGeom>
          <a:noFill/>
          <a:ln w="0">
            <a:noFill/>
          </a:ln>
        </p:spPr>
        <p:style>
          <a:lnRef idx="0"/>
          <a:fillRef idx="0"/>
          <a:effectRef idx="0"/>
          <a:fontRef idx="minor"/>
        </p:style>
        <p:txBody>
          <a:bodyPr lIns="90000" rIns="90000" tIns="45000" bIns="45000" anchor="t">
            <a:spAutoFit/>
          </a:bodyPr>
          <a:p>
            <a:pPr defTabSz="914400">
              <a:lnSpc>
                <a:spcPct val="100000"/>
              </a:lnSpc>
            </a:pPr>
            <a:r>
              <a:rPr b="0" lang="en-IN" sz="1400" spc="-1" strike="noStrike">
                <a:solidFill>
                  <a:schemeClr val="dk1"/>
                </a:solidFill>
                <a:latin typeface="Mulish"/>
              </a:rPr>
              <a:t>{ </a:t>
            </a:r>
            <a:endParaRPr b="0" lang="en-IN" sz="1400" spc="-1" strike="noStrike">
              <a:solidFill>
                <a:srgbClr val="000000"/>
              </a:solidFill>
              <a:latin typeface="Arial"/>
            </a:endParaRPr>
          </a:p>
          <a:p>
            <a:pPr defTabSz="914400">
              <a:lnSpc>
                <a:spcPct val="100000"/>
              </a:lnSpc>
            </a:pPr>
            <a:r>
              <a:rPr b="0" lang="en-IN" sz="1400" spc="-1" strike="noStrike">
                <a:solidFill>
                  <a:schemeClr val="dk1"/>
                </a:solidFill>
                <a:latin typeface="Mulish"/>
              </a:rPr>
              <a:t>   </a:t>
            </a:r>
            <a:r>
              <a:rPr b="0" lang="en-IN" sz="1400" spc="-1" strike="noStrike">
                <a:solidFill>
                  <a:schemeClr val="dk1"/>
                </a:solidFill>
                <a:latin typeface="Mulish"/>
              </a:rPr>
              <a:t>"merchantId" : "106161",  </a:t>
            </a:r>
            <a:endParaRPr b="0" lang="en-IN" sz="1400" spc="-1" strike="noStrike">
              <a:solidFill>
                <a:srgbClr val="000000"/>
              </a:solidFill>
              <a:latin typeface="Arial"/>
            </a:endParaRPr>
          </a:p>
          <a:p>
            <a:pPr defTabSz="914400">
              <a:lnSpc>
                <a:spcPct val="100000"/>
              </a:lnSpc>
            </a:pPr>
            <a:r>
              <a:rPr b="0" lang="en-IN" sz="1400" spc="-1" strike="noStrike">
                <a:solidFill>
                  <a:schemeClr val="dk1"/>
                </a:solidFill>
                <a:latin typeface="Mulish"/>
              </a:rPr>
              <a:t>   </a:t>
            </a:r>
            <a:r>
              <a:rPr b="0" lang="en-IN" sz="1400" spc="-1" strike="noStrike">
                <a:solidFill>
                  <a:schemeClr val="dk1"/>
                </a:solidFill>
                <a:latin typeface="Mulish"/>
              </a:rPr>
              <a:t>"subMerchantId" : "12234",  </a:t>
            </a:r>
            <a:endParaRPr b="0" lang="en-IN" sz="1400" spc="-1" strike="noStrike">
              <a:solidFill>
                <a:srgbClr val="000000"/>
              </a:solidFill>
              <a:latin typeface="Arial"/>
            </a:endParaRPr>
          </a:p>
          <a:p>
            <a:pPr defTabSz="914400">
              <a:lnSpc>
                <a:spcPct val="100000"/>
              </a:lnSpc>
            </a:pPr>
            <a:r>
              <a:rPr b="0" lang="en-IN" sz="1400" spc="-1" strike="noStrike">
                <a:solidFill>
                  <a:schemeClr val="dk1"/>
                </a:solidFill>
                <a:latin typeface="Mulish"/>
              </a:rPr>
              <a:t>   </a:t>
            </a:r>
            <a:r>
              <a:rPr b="0" lang="en-IN" sz="1400" spc="-1" strike="noStrike">
                <a:solidFill>
                  <a:schemeClr val="dk1"/>
                </a:solidFill>
                <a:latin typeface="Mulish"/>
              </a:rPr>
              <a:t>"terminalId" : "5411",  </a:t>
            </a:r>
            <a:endParaRPr b="0" lang="en-IN" sz="1400" spc="-1" strike="noStrike">
              <a:solidFill>
                <a:srgbClr val="000000"/>
              </a:solidFill>
              <a:latin typeface="Arial"/>
            </a:endParaRPr>
          </a:p>
          <a:p>
            <a:pPr defTabSz="914400">
              <a:lnSpc>
                <a:spcPct val="100000"/>
              </a:lnSpc>
            </a:pPr>
            <a:r>
              <a:rPr b="0" lang="en-IN" sz="1400" spc="-1" strike="noStrike">
                <a:solidFill>
                  <a:schemeClr val="dk1"/>
                </a:solidFill>
                <a:latin typeface="Mulish"/>
              </a:rPr>
              <a:t>   </a:t>
            </a:r>
            <a:r>
              <a:rPr b="0" lang="en-IN" sz="1400" spc="-1" strike="noStrike">
                <a:solidFill>
                  <a:schemeClr val="dk1"/>
                </a:solidFill>
                <a:latin typeface="Mulish"/>
              </a:rPr>
              <a:t>"BankRRN" : "615519221396",  </a:t>
            </a:r>
            <a:endParaRPr b="0" lang="en-IN" sz="1400" spc="-1" strike="noStrike">
              <a:solidFill>
                <a:srgbClr val="000000"/>
              </a:solidFill>
              <a:latin typeface="Arial"/>
            </a:endParaRPr>
          </a:p>
          <a:p>
            <a:pPr defTabSz="914400">
              <a:lnSpc>
                <a:spcPct val="100000"/>
              </a:lnSpc>
            </a:pPr>
            <a:r>
              <a:rPr b="0" lang="en-IN" sz="1400" spc="-1" strike="noStrike">
                <a:solidFill>
                  <a:schemeClr val="dk1"/>
                </a:solidFill>
                <a:latin typeface="Mulish"/>
              </a:rPr>
              <a:t>   </a:t>
            </a:r>
            <a:r>
              <a:rPr b="0" lang="en-IN" sz="1400" spc="-1" strike="noStrike">
                <a:solidFill>
                  <a:schemeClr val="dk1"/>
                </a:solidFill>
                <a:latin typeface="Mulish"/>
              </a:rPr>
              <a:t>"merchantTranId" : " p0nillp0k9lqlp091p17 ",  </a:t>
            </a:r>
            <a:endParaRPr b="0" lang="en-IN" sz="1400" spc="-1" strike="noStrike">
              <a:solidFill>
                <a:srgbClr val="000000"/>
              </a:solidFill>
              <a:latin typeface="Arial"/>
            </a:endParaRPr>
          </a:p>
          <a:p>
            <a:pPr defTabSz="914400">
              <a:lnSpc>
                <a:spcPct val="100000"/>
              </a:lnSpc>
            </a:pPr>
            <a:r>
              <a:rPr b="0" lang="en-IN" sz="1400" spc="-1" strike="noStrike">
                <a:solidFill>
                  <a:schemeClr val="dk1"/>
                </a:solidFill>
                <a:latin typeface="Mulish"/>
              </a:rPr>
              <a:t>   </a:t>
            </a:r>
            <a:r>
              <a:rPr b="0" lang="en-IN" sz="1400" spc="-1" strike="noStrike">
                <a:solidFill>
                  <a:schemeClr val="dk1"/>
                </a:solidFill>
                <a:latin typeface="Mulish"/>
              </a:rPr>
              <a:t>"PayerName" : "hhjjj",  </a:t>
            </a:r>
            <a:endParaRPr b="0" lang="en-IN" sz="1400" spc="-1" strike="noStrike">
              <a:solidFill>
                <a:srgbClr val="000000"/>
              </a:solidFill>
              <a:latin typeface="Arial"/>
            </a:endParaRPr>
          </a:p>
          <a:p>
            <a:pPr defTabSz="914400">
              <a:lnSpc>
                <a:spcPct val="100000"/>
              </a:lnSpc>
            </a:pPr>
            <a:r>
              <a:rPr b="0" lang="en-IN" sz="1400" spc="-1" strike="noStrike">
                <a:solidFill>
                  <a:schemeClr val="dk1"/>
                </a:solidFill>
                <a:latin typeface="Mulish"/>
              </a:rPr>
              <a:t>   </a:t>
            </a:r>
            <a:r>
              <a:rPr b="0" lang="en-IN" sz="1400" spc="-1" strike="noStrike">
                <a:solidFill>
                  <a:schemeClr val="dk1"/>
                </a:solidFill>
                <a:latin typeface="Mulish"/>
              </a:rPr>
              <a:t>"PayerMobile" : "8879770059",  </a:t>
            </a:r>
            <a:endParaRPr b="0" lang="en-IN" sz="1400" spc="-1" strike="noStrike">
              <a:solidFill>
                <a:srgbClr val="000000"/>
              </a:solidFill>
              <a:latin typeface="Arial"/>
            </a:endParaRPr>
          </a:p>
          <a:p>
            <a:pPr defTabSz="914400">
              <a:lnSpc>
                <a:spcPct val="100000"/>
              </a:lnSpc>
            </a:pPr>
            <a:r>
              <a:rPr b="0" lang="en-IN" sz="1400" spc="-1" strike="noStrike">
                <a:solidFill>
                  <a:schemeClr val="dk1"/>
                </a:solidFill>
                <a:latin typeface="Mulish"/>
              </a:rPr>
              <a:t>   </a:t>
            </a:r>
            <a:r>
              <a:rPr b="0" lang="en-IN" sz="1400" spc="-1" strike="noStrike">
                <a:solidFill>
                  <a:schemeClr val="dk1"/>
                </a:solidFill>
                <a:latin typeface="Mulish"/>
              </a:rPr>
              <a:t>"PayerVA" : "testing1@imobile",  </a:t>
            </a:r>
            <a:endParaRPr b="0" lang="en-IN" sz="1400" spc="-1" strike="noStrike">
              <a:solidFill>
                <a:srgbClr val="000000"/>
              </a:solidFill>
              <a:latin typeface="Arial"/>
            </a:endParaRPr>
          </a:p>
          <a:p>
            <a:pPr defTabSz="914400">
              <a:lnSpc>
                <a:spcPct val="100000"/>
              </a:lnSpc>
            </a:pPr>
            <a:r>
              <a:rPr b="0" lang="en-IN" sz="1400" spc="-1" strike="noStrike">
                <a:solidFill>
                  <a:schemeClr val="dk1"/>
                </a:solidFill>
                <a:latin typeface="Mulish"/>
              </a:rPr>
              <a:t>   </a:t>
            </a:r>
            <a:r>
              <a:rPr b="0" lang="en-IN" sz="1400" spc="-1" strike="noStrike">
                <a:solidFill>
                  <a:schemeClr val="dk1"/>
                </a:solidFill>
                <a:latin typeface="Mulish"/>
              </a:rPr>
              <a:t>"PayerAmount" : "12",  </a:t>
            </a:r>
            <a:endParaRPr b="0" lang="en-IN" sz="1400" spc="-1" strike="noStrike">
              <a:solidFill>
                <a:srgbClr val="000000"/>
              </a:solidFill>
              <a:latin typeface="Arial"/>
            </a:endParaRPr>
          </a:p>
          <a:p>
            <a:pPr defTabSz="914400">
              <a:lnSpc>
                <a:spcPct val="100000"/>
              </a:lnSpc>
            </a:pPr>
            <a:r>
              <a:rPr b="0" lang="en-IN" sz="1400" spc="-1" strike="noStrike">
                <a:solidFill>
                  <a:schemeClr val="dk1"/>
                </a:solidFill>
                <a:latin typeface="Mulish"/>
              </a:rPr>
              <a:t>   </a:t>
            </a:r>
            <a:r>
              <a:rPr b="0" lang="en-IN" sz="1400" spc="-1" strike="noStrike">
                <a:solidFill>
                  <a:schemeClr val="dk1"/>
                </a:solidFill>
                <a:latin typeface="Mulish"/>
              </a:rPr>
              <a:t>"TxnStatus" : "SUCCESS",  </a:t>
            </a:r>
            <a:endParaRPr b="0" lang="en-IN" sz="1400" spc="-1" strike="noStrike">
              <a:solidFill>
                <a:srgbClr val="000000"/>
              </a:solidFill>
              <a:latin typeface="Arial"/>
            </a:endParaRPr>
          </a:p>
          <a:p>
            <a:pPr defTabSz="914400">
              <a:lnSpc>
                <a:spcPct val="100000"/>
              </a:lnSpc>
            </a:pPr>
            <a:r>
              <a:rPr b="0" lang="en-IN" sz="1400" spc="-1" strike="noStrike">
                <a:solidFill>
                  <a:schemeClr val="dk1"/>
                </a:solidFill>
                <a:latin typeface="Mulish"/>
              </a:rPr>
              <a:t>   </a:t>
            </a:r>
            <a:r>
              <a:rPr b="0" lang="en-IN" sz="1400" spc="-1" strike="noStrike">
                <a:solidFill>
                  <a:schemeClr val="dk1"/>
                </a:solidFill>
                <a:latin typeface="Mulish"/>
              </a:rPr>
              <a:t>"TxnInitDate" : "20160715142352",  </a:t>
            </a:r>
            <a:endParaRPr b="0" lang="en-IN" sz="1400" spc="-1" strike="noStrike">
              <a:solidFill>
                <a:srgbClr val="000000"/>
              </a:solidFill>
              <a:latin typeface="Arial"/>
            </a:endParaRPr>
          </a:p>
          <a:p>
            <a:pPr defTabSz="914400">
              <a:lnSpc>
                <a:spcPct val="100000"/>
              </a:lnSpc>
            </a:pPr>
            <a:r>
              <a:rPr b="0" lang="en-IN" sz="1400" spc="-1" strike="noStrike">
                <a:solidFill>
                  <a:schemeClr val="dk1"/>
                </a:solidFill>
                <a:latin typeface="Mulish"/>
              </a:rPr>
              <a:t>   </a:t>
            </a:r>
            <a:r>
              <a:rPr b="0" lang="en-IN" sz="1400" spc="-1" strike="noStrike">
                <a:solidFill>
                  <a:schemeClr val="dk1"/>
                </a:solidFill>
                <a:latin typeface="Mulish"/>
              </a:rPr>
              <a:t>"TxnCompletionDate" : "20160715142352" </a:t>
            </a:r>
            <a:endParaRPr b="0" lang="en-IN" sz="1400" spc="-1" strike="noStrike">
              <a:solidFill>
                <a:srgbClr val="000000"/>
              </a:solidFill>
              <a:latin typeface="Arial"/>
            </a:endParaRPr>
          </a:p>
          <a:p>
            <a:pPr defTabSz="914400">
              <a:lnSpc>
                <a:spcPct val="100000"/>
              </a:lnSpc>
            </a:pPr>
            <a:r>
              <a:rPr b="0" lang="en-IN" sz="1400" spc="-1" strike="noStrike">
                <a:solidFill>
                  <a:schemeClr val="dk1"/>
                </a:solidFill>
                <a:latin typeface="Mulish"/>
              </a:rPr>
              <a:t> </a:t>
            </a:r>
            <a:r>
              <a:rPr b="0" lang="en-IN" sz="1400" spc="-1" strike="noStrike">
                <a:solidFill>
                  <a:schemeClr val="dk1"/>
                </a:solidFill>
                <a:latin typeface="Mulish"/>
              </a:rPr>
              <a:t>} </a:t>
            </a:r>
            <a:endParaRPr b="0" lang="en-IN" sz="1400" spc="-1" strike="noStrike">
              <a:solidFill>
                <a:srgbClr val="000000"/>
              </a:solidFill>
              <a:latin typeface="Arial"/>
            </a:endParaRPr>
          </a:p>
          <a:p>
            <a:pPr defTabSz="914400">
              <a:lnSpc>
                <a:spcPct val="100000"/>
              </a:lnSpc>
            </a:pPr>
            <a:r>
              <a:rPr b="0" lang="en-IN" sz="1400" spc="-1" strike="noStrike">
                <a:solidFill>
                  <a:schemeClr val="dk1"/>
                </a:solidFill>
                <a:latin typeface="Mulish"/>
              </a:rPr>
              <a:t> </a:t>
            </a:r>
            <a:endParaRPr b="0" lang="en-IN" sz="1400" spc="-1" strike="noStrike">
              <a:solidFill>
                <a:srgbClr val="000000"/>
              </a:solidFill>
              <a:latin typeface="Arial"/>
            </a:endParaRPr>
          </a:p>
        </p:txBody>
      </p:sp>
      <p:sp>
        <p:nvSpPr>
          <p:cNvPr id="256" name="Rectangle 7"/>
          <p:cNvSpPr/>
          <p:nvPr/>
        </p:nvSpPr>
        <p:spPr>
          <a:xfrm>
            <a:off x="800280" y="1285920"/>
            <a:ext cx="2895120" cy="334800"/>
          </a:xfrm>
          <a:prstGeom prst="rect">
            <a:avLst/>
          </a:prstGeom>
          <a:gradFill rotWithShape="0">
            <a:gsLst>
              <a:gs pos="0">
                <a:srgbClr val="bd5800"/>
              </a:gs>
              <a:gs pos="80000">
                <a:srgbClr val="f57300"/>
              </a:gs>
              <a:gs pos="100000">
                <a:srgbClr val="f67200"/>
              </a:gs>
            </a:gsLst>
            <a:lin ang="16200000"/>
          </a:gradFill>
          <a:ln w="0">
            <a:noFill/>
          </a:ln>
          <a:effectLst>
            <a:outerShdw blurRad="39960" dir="5400000" dist="23040" rotWithShape="0">
              <a:srgbClr val="000000">
                <a:alpha val="35000"/>
              </a:srgbClr>
            </a:outerShdw>
          </a:effectLst>
        </p:spPr>
        <p:style>
          <a:lnRef idx="0">
            <a:schemeClr val="accent1"/>
          </a:lnRef>
          <a:fillRef idx="3">
            <a:schemeClr val="accent1"/>
          </a:fillRef>
          <a:effectRef idx="3">
            <a:schemeClr val="accent1"/>
          </a:effectRef>
          <a:fontRef idx="minor"/>
        </p:style>
        <p:txBody>
          <a:bodyPr lIns="90000" rIns="90000" tIns="45000" bIns="45000" anchor="ctr">
            <a:noAutofit/>
          </a:bodyPr>
          <a:p>
            <a:pPr algn="ctr" defTabSz="914400">
              <a:lnSpc>
                <a:spcPct val="100000"/>
              </a:lnSpc>
            </a:pPr>
            <a:r>
              <a:rPr b="1" lang="en-US" sz="1900" spc="-1" strike="noStrike">
                <a:solidFill>
                  <a:schemeClr val="lt1"/>
                </a:solidFill>
                <a:latin typeface="Zurich BT"/>
              </a:rPr>
              <a:t>Request from Merchant</a:t>
            </a:r>
            <a:endParaRPr b="0" lang="en-IN" sz="1900" spc="-1" strike="noStrike">
              <a:solidFill>
                <a:srgbClr val="000000"/>
              </a:solidFill>
              <a:latin typeface="Arial"/>
            </a:endParaRPr>
          </a:p>
        </p:txBody>
      </p:sp>
      <p:sp>
        <p:nvSpPr>
          <p:cNvPr id="257" name="Rectangle 40"/>
          <p:cNvSpPr/>
          <p:nvPr/>
        </p:nvSpPr>
        <p:spPr>
          <a:xfrm>
            <a:off x="4844880" y="1303920"/>
            <a:ext cx="2895120" cy="334800"/>
          </a:xfrm>
          <a:prstGeom prst="rect">
            <a:avLst/>
          </a:prstGeom>
          <a:gradFill rotWithShape="0">
            <a:gsLst>
              <a:gs pos="0">
                <a:srgbClr val="bd5800"/>
              </a:gs>
              <a:gs pos="80000">
                <a:srgbClr val="f57300"/>
              </a:gs>
              <a:gs pos="100000">
                <a:srgbClr val="f67200"/>
              </a:gs>
            </a:gsLst>
            <a:lin ang="16200000"/>
          </a:gradFill>
          <a:ln w="0">
            <a:noFill/>
          </a:ln>
          <a:effectLst>
            <a:outerShdw blurRad="39960" dir="5400000" dist="23040" rotWithShape="0">
              <a:srgbClr val="000000">
                <a:alpha val="35000"/>
              </a:srgbClr>
            </a:outerShdw>
          </a:effectLst>
        </p:spPr>
        <p:style>
          <a:lnRef idx="0">
            <a:schemeClr val="accent1"/>
          </a:lnRef>
          <a:fillRef idx="3">
            <a:schemeClr val="accent1"/>
          </a:fillRef>
          <a:effectRef idx="3">
            <a:schemeClr val="accent1"/>
          </a:effectRef>
          <a:fontRef idx="minor"/>
        </p:style>
        <p:txBody>
          <a:bodyPr lIns="90000" rIns="90000" tIns="45000" bIns="45000" anchor="ctr">
            <a:noAutofit/>
          </a:bodyPr>
          <a:p>
            <a:pPr algn="ctr" defTabSz="914400">
              <a:lnSpc>
                <a:spcPct val="100000"/>
              </a:lnSpc>
            </a:pPr>
            <a:r>
              <a:rPr b="1" lang="en-US" sz="1900" spc="-1" strike="noStrike">
                <a:solidFill>
                  <a:schemeClr val="lt1"/>
                </a:solidFill>
                <a:latin typeface="Zurich BT"/>
              </a:rPr>
              <a:t>Response by ICICI</a:t>
            </a:r>
            <a:endParaRPr b="0" lang="en-IN" sz="1900" spc="-1" strike="noStrike">
              <a:solidFill>
                <a:srgbClr val="000000"/>
              </a:solidFill>
              <a:latin typeface="Arial"/>
            </a:endParaRPr>
          </a:p>
        </p:txBody>
      </p:sp>
      <p:sp>
        <p:nvSpPr>
          <p:cNvPr id="258" name="Rectangle 41"/>
          <p:cNvSpPr/>
          <p:nvPr/>
        </p:nvSpPr>
        <p:spPr>
          <a:xfrm>
            <a:off x="8685360" y="1285920"/>
            <a:ext cx="2895120" cy="334800"/>
          </a:xfrm>
          <a:prstGeom prst="rect">
            <a:avLst/>
          </a:prstGeom>
          <a:gradFill rotWithShape="0">
            <a:gsLst>
              <a:gs pos="0">
                <a:srgbClr val="bd5800"/>
              </a:gs>
              <a:gs pos="80000">
                <a:srgbClr val="f57300"/>
              </a:gs>
              <a:gs pos="100000">
                <a:srgbClr val="f67200"/>
              </a:gs>
            </a:gsLst>
            <a:lin ang="16200000"/>
          </a:gradFill>
          <a:ln w="0">
            <a:noFill/>
          </a:ln>
          <a:effectLst>
            <a:outerShdw blurRad="39960" dir="5400000" dist="23040" rotWithShape="0">
              <a:srgbClr val="000000">
                <a:alpha val="35000"/>
              </a:srgbClr>
            </a:outerShdw>
          </a:effectLst>
        </p:spPr>
        <p:style>
          <a:lnRef idx="0">
            <a:schemeClr val="accent1"/>
          </a:lnRef>
          <a:fillRef idx="3">
            <a:schemeClr val="accent1"/>
          </a:fillRef>
          <a:effectRef idx="3">
            <a:schemeClr val="accent1"/>
          </a:effectRef>
          <a:fontRef idx="minor"/>
        </p:style>
        <p:txBody>
          <a:bodyPr lIns="90000" rIns="90000" tIns="45000" bIns="45000" anchor="ctr">
            <a:noAutofit/>
          </a:bodyPr>
          <a:p>
            <a:pPr algn="ctr" defTabSz="914400">
              <a:lnSpc>
                <a:spcPct val="100000"/>
              </a:lnSpc>
            </a:pPr>
            <a:r>
              <a:rPr b="1" lang="en-US" sz="1900" spc="-1" strike="noStrike">
                <a:solidFill>
                  <a:schemeClr val="lt1"/>
                </a:solidFill>
                <a:latin typeface="Zurich BT"/>
              </a:rPr>
              <a:t>Callback by ICICI</a:t>
            </a:r>
            <a:endParaRPr b="0" lang="en-IN" sz="1900" spc="-1" strike="noStrike">
              <a:solidFill>
                <a:srgbClr val="000000"/>
              </a:solidFill>
              <a:latin typeface="Arial"/>
            </a:endParaRPr>
          </a:p>
        </p:txBody>
      </p:sp>
      <p:sp>
        <p:nvSpPr>
          <p:cNvPr id="259" name="TextBox 9"/>
          <p:cNvSpPr/>
          <p:nvPr/>
        </p:nvSpPr>
        <p:spPr>
          <a:xfrm>
            <a:off x="1141560" y="6039360"/>
            <a:ext cx="9981720" cy="973440"/>
          </a:xfrm>
          <a:prstGeom prst="rect">
            <a:avLst/>
          </a:prstGeom>
          <a:noFill/>
          <a:ln w="0">
            <a:noFill/>
          </a:ln>
        </p:spPr>
        <p:style>
          <a:lnRef idx="0"/>
          <a:fillRef idx="0"/>
          <a:effectRef idx="0"/>
          <a:fontRef idx="minor"/>
        </p:style>
        <p:txBody>
          <a:bodyPr lIns="90000" rIns="90000" tIns="45000" bIns="45000" anchor="t">
            <a:spAutoFit/>
          </a:bodyPr>
          <a:p>
            <a:pPr defTabSz="914400">
              <a:lnSpc>
                <a:spcPct val="100000"/>
              </a:lnSpc>
            </a:pPr>
            <a:r>
              <a:rPr b="1" lang="en-US" sz="1900" spc="-1" strike="noStrike">
                <a:solidFill>
                  <a:schemeClr val="dk1"/>
                </a:solidFill>
                <a:latin typeface="Zurich BT"/>
              </a:rPr>
              <a:t>*</a:t>
            </a:r>
            <a:r>
              <a:rPr b="1" lang="en-IN" sz="2000" spc="-1" strike="noStrike">
                <a:solidFill>
                  <a:schemeClr val="dk1"/>
                </a:solidFill>
                <a:latin typeface="Mulish"/>
              </a:rPr>
              <a:t> merchantId_</a:t>
            </a:r>
            <a:r>
              <a:rPr b="1" lang="en-US" sz="1900" spc="-1" strike="noStrike">
                <a:solidFill>
                  <a:schemeClr val="dk1"/>
                </a:solidFill>
                <a:latin typeface="Zurich BT"/>
              </a:rPr>
              <a:t> </a:t>
            </a:r>
            <a:r>
              <a:rPr b="1" lang="en-IN" sz="2000" spc="-1" strike="noStrike">
                <a:solidFill>
                  <a:schemeClr val="dk1"/>
                </a:solidFill>
                <a:latin typeface="Mulish"/>
              </a:rPr>
              <a:t>merchantName_ subMerchantId_ subMerchantName_ terminalId </a:t>
            </a:r>
            <a:r>
              <a:rPr b="1" lang="en-US" sz="1900" spc="-1" strike="noStrike">
                <a:solidFill>
                  <a:schemeClr val="dk1"/>
                </a:solidFill>
                <a:latin typeface="Zurich BT"/>
              </a:rPr>
              <a:t>will be provided by ICICI Bank, rest other Parameters to be passed by Merchant</a:t>
            </a:r>
            <a:endParaRPr b="0" lang="en-IN" sz="1900" spc="-1" strike="noStrike">
              <a:solidFill>
                <a:srgbClr val="000000"/>
              </a:solidFill>
              <a:latin typeface="Arial"/>
            </a:endParaRPr>
          </a:p>
        </p:txBody>
      </p:sp>
      <p:sp>
        <p:nvSpPr>
          <p:cNvPr id="260" name="TextBox 13"/>
          <p:cNvSpPr/>
          <p:nvPr/>
        </p:nvSpPr>
        <p:spPr>
          <a:xfrm>
            <a:off x="2208240" y="5254920"/>
            <a:ext cx="2087640" cy="303120"/>
          </a:xfrm>
          <a:prstGeom prst="rect">
            <a:avLst/>
          </a:prstGeom>
          <a:noFill/>
          <a:ln w="0">
            <a:noFill/>
          </a:ln>
        </p:spPr>
        <p:style>
          <a:lnRef idx="0"/>
          <a:fillRef idx="0"/>
          <a:effectRef idx="0"/>
          <a:fontRef idx="minor"/>
        </p:style>
        <p:txBody>
          <a:bodyPr lIns="90000" rIns="90000" tIns="45000" bIns="45000" anchor="t">
            <a:spAutoFit/>
          </a:bodyPr>
          <a:p>
            <a:pPr defTabSz="914400">
              <a:lnSpc>
                <a:spcPct val="100000"/>
              </a:lnSpc>
            </a:pPr>
            <a:r>
              <a:rPr b="1" i="1" lang="en-US" sz="1400" spc="-1" strike="noStrike" u="sng">
                <a:solidFill>
                  <a:schemeClr val="dk2"/>
                </a:solidFill>
                <a:uFillTx/>
                <a:latin typeface="Mulish"/>
              </a:rPr>
              <a:t>*Optional Parameters</a:t>
            </a:r>
            <a:endParaRPr b="0" lang="en-IN" sz="1400" spc="-1" strike="noStrike">
              <a:solidFill>
                <a:srgbClr val="000000"/>
              </a:solidFill>
              <a:latin typeface="Arial"/>
            </a:endParaRPr>
          </a:p>
        </p:txBody>
      </p:sp>
      <p:sp>
        <p:nvSpPr>
          <p:cNvPr id="261" name="Rectangle 14"/>
          <p:cNvSpPr/>
          <p:nvPr/>
        </p:nvSpPr>
        <p:spPr>
          <a:xfrm>
            <a:off x="303120" y="4297680"/>
            <a:ext cx="4038120" cy="670320"/>
          </a:xfrm>
          <a:prstGeom prst="rect">
            <a:avLst/>
          </a:prstGeom>
          <a:noFill/>
          <a:ln>
            <a:solidFill>
              <a:srgbClr val="aa5810"/>
            </a:solidFill>
            <a:prstDash val="sysDash"/>
            <a:round/>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en-IN" sz="1900" spc="-1" strike="noStrike">
              <a:solidFill>
                <a:schemeClr val="lt1"/>
              </a:solidFill>
              <a:latin typeface="Zurich BT"/>
            </a:endParaRPr>
          </a:p>
        </p:txBody>
      </p:sp>
      <p:sp>
        <p:nvSpPr>
          <p:cNvPr id="262" name="Down Arrow 15"/>
          <p:cNvSpPr/>
          <p:nvPr/>
        </p:nvSpPr>
        <p:spPr>
          <a:xfrm>
            <a:off x="3229200" y="4993200"/>
            <a:ext cx="45360" cy="249840"/>
          </a:xfrm>
          <a:prstGeom prst="downArrow">
            <a:avLst>
              <a:gd name="adj1" fmla="val 50000"/>
              <a:gd name="adj2" fmla="val 50000"/>
            </a:avLst>
          </a:prstGeom>
          <a:solidFill>
            <a:srgbClr val="e77817"/>
          </a:solidFill>
          <a:ln>
            <a:solidFill>
              <a:srgbClr val="aa5810"/>
            </a:solidFill>
            <a:round/>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en-IN" sz="1900" spc="-1" strike="noStrike">
              <a:solidFill>
                <a:schemeClr val="lt1"/>
              </a:solidFill>
              <a:latin typeface="Zurich BT"/>
            </a:endParaRPr>
          </a:p>
        </p:txBody>
      </p:sp>
    </p:spTree>
  </p:cSld>
  <mc:AlternateContent>
    <mc:Choice Requires="p14">
      <p:transition spd="slow" p14:dur="2000"/>
    </mc:Choice>
    <mc:Fallback>
      <p:transition spd="slow"/>
    </mc:Fallback>
  </mc:AlternateContent>
</p:sld>
</file>

<file path=ppt/slides/slide1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63" name="PlaceHolder 1"/>
          <p:cNvSpPr>
            <a:spLocks noGrp="1"/>
          </p:cNvSpPr>
          <p:nvPr>
            <p:ph/>
          </p:nvPr>
        </p:nvSpPr>
        <p:spPr>
          <a:xfrm>
            <a:off x="5504760" y="3315960"/>
            <a:ext cx="5765400" cy="1250640"/>
          </a:xfrm>
          <a:prstGeom prst="rect">
            <a:avLst/>
          </a:prstGeom>
          <a:noFill/>
          <a:ln w="0">
            <a:noFill/>
          </a:ln>
        </p:spPr>
        <p:txBody>
          <a:bodyPr lIns="91440" rIns="91440" tIns="45720" bIns="45720" anchor="t">
            <a:noAutofit/>
          </a:bodyPr>
          <a:p>
            <a:pPr indent="0" defTabSz="914400">
              <a:lnSpc>
                <a:spcPct val="100000"/>
              </a:lnSpc>
              <a:spcBef>
                <a:spcPts val="961"/>
              </a:spcBef>
              <a:buNone/>
              <a:tabLst>
                <a:tab algn="l" pos="0"/>
              </a:tabLst>
            </a:pPr>
            <a:r>
              <a:rPr b="1" lang="en-IN" sz="4800" spc="-1" strike="noStrike">
                <a:solidFill>
                  <a:srgbClr val="053c6d"/>
                </a:solidFill>
                <a:latin typeface="Zurich BT"/>
              </a:rPr>
              <a:t>ONBOARDING PROCESS</a:t>
            </a:r>
            <a:endParaRPr b="0" lang="en-US" sz="4800" spc="-1" strike="noStrike">
              <a:solidFill>
                <a:schemeClr val="dk1"/>
              </a:solidFill>
              <a:latin typeface="Zurich BT"/>
            </a:endParaRPr>
          </a:p>
        </p:txBody>
      </p:sp>
    </p:spTree>
  </p:cSld>
  <mc:AlternateContent>
    <mc:Choice Requires="p14">
      <p:transition spd="slow" p14:dur="2000"/>
    </mc:Choice>
    <mc:Fallback>
      <p:transition spd="slow"/>
    </mc:Fallback>
  </mc:AlternateContent>
</p:sld>
</file>

<file path=ppt/slides/slide1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64" name="PlaceHolder 1"/>
          <p:cNvSpPr>
            <a:spLocks noGrp="1"/>
          </p:cNvSpPr>
          <p:nvPr>
            <p:ph/>
          </p:nvPr>
        </p:nvSpPr>
        <p:spPr>
          <a:xfrm>
            <a:off x="125280" y="152280"/>
            <a:ext cx="11683800" cy="493200"/>
          </a:xfrm>
          <a:prstGeom prst="rect">
            <a:avLst/>
          </a:prstGeom>
          <a:noFill/>
          <a:ln w="0">
            <a:noFill/>
          </a:ln>
        </p:spPr>
        <p:txBody>
          <a:bodyPr lIns="91440" rIns="91440" tIns="45720" bIns="45720" anchor="t">
            <a:noAutofit/>
          </a:bodyPr>
          <a:p>
            <a:pPr indent="0" defTabSz="914400">
              <a:lnSpc>
                <a:spcPct val="100000"/>
              </a:lnSpc>
              <a:spcBef>
                <a:spcPts val="479"/>
              </a:spcBef>
              <a:buNone/>
              <a:tabLst>
                <a:tab algn="l" pos="0"/>
              </a:tabLst>
            </a:pPr>
            <a:r>
              <a:rPr b="1" lang="en-US" sz="2400" spc="-1" strike="noStrike">
                <a:solidFill>
                  <a:srgbClr val="00b050"/>
                </a:solidFill>
                <a:latin typeface="Mulish"/>
              </a:rPr>
              <a:t>Go Live! </a:t>
            </a:r>
            <a:r>
              <a:rPr b="1" lang="en-US" sz="2400" spc="-1" strike="noStrike">
                <a:solidFill>
                  <a:srgbClr val="97281d"/>
                </a:solidFill>
                <a:latin typeface="Mulish"/>
              </a:rPr>
              <a:t>on UPI Collection API within 7 Days</a:t>
            </a:r>
            <a:endParaRPr b="0" lang="en-US" sz="2400" spc="-1" strike="noStrike">
              <a:solidFill>
                <a:schemeClr val="dk1"/>
              </a:solidFill>
              <a:latin typeface="Zurich BT"/>
            </a:endParaRPr>
          </a:p>
        </p:txBody>
      </p:sp>
      <p:sp>
        <p:nvSpPr>
          <p:cNvPr id="265" name="PlaceHolder 2"/>
          <p:cNvSpPr>
            <a:spLocks noGrp="1"/>
          </p:cNvSpPr>
          <p:nvPr>
            <p:ph/>
          </p:nvPr>
        </p:nvSpPr>
        <p:spPr>
          <a:xfrm>
            <a:off x="151560" y="704160"/>
            <a:ext cx="11683800" cy="493200"/>
          </a:xfrm>
          <a:prstGeom prst="rect">
            <a:avLst/>
          </a:prstGeom>
          <a:noFill/>
          <a:ln w="0">
            <a:noFill/>
          </a:ln>
        </p:spPr>
        <p:txBody>
          <a:bodyPr lIns="91440" rIns="91440" tIns="45720" bIns="45720" anchor="t">
            <a:noAutofit/>
          </a:bodyPr>
          <a:p>
            <a:pPr indent="0" defTabSz="914400">
              <a:lnSpc>
                <a:spcPct val="100000"/>
              </a:lnSpc>
              <a:spcBef>
                <a:spcPts val="400"/>
              </a:spcBef>
              <a:buNone/>
              <a:tabLst>
                <a:tab algn="l" pos="0"/>
              </a:tabLst>
            </a:pPr>
            <a:r>
              <a:rPr b="1" lang="en-US" sz="2000" spc="-1" strike="noStrike" u="sng">
                <a:solidFill>
                  <a:srgbClr val="000066"/>
                </a:solidFill>
                <a:uFillTx/>
                <a:latin typeface="Mulish"/>
              </a:rPr>
              <a:t>End to End Implementation within 7 Days following the below Test Plan</a:t>
            </a:r>
            <a:endParaRPr b="0" lang="en-US" sz="2000" spc="-1" strike="noStrike">
              <a:solidFill>
                <a:schemeClr val="dk1"/>
              </a:solidFill>
              <a:latin typeface="Zurich BT"/>
            </a:endParaRPr>
          </a:p>
        </p:txBody>
      </p:sp>
      <p:graphicFrame>
        <p:nvGraphicFramePr>
          <p:cNvPr id="1" name="Diagram1"/>
          <p:cNvGraphicFramePr/>
          <p:nvPr>
            <p:extLst>
              <p:ext uri="{D42A27DB-BD31-4B8C-83A1-F6EECF244321}">
                <p14:modId xmlns:p14="http://schemas.microsoft.com/office/powerpoint/2010/main" val="3425226795"/>
              </p:ext>
            </p:extLst>
          </p:nvPr>
        </p:nvGraphicFramePr>
        <p:xfrm>
          <a:off x="836640" y="1469880"/>
          <a:ext cx="9829440" cy="5416920"/>
        </p:xfrm>
        <a:graphic>
          <a:graphicData uri="http://schemas.openxmlformats.org/drawingml/2006/diagram">
            <dgm:relIds xmlns:dgm="http://schemas.openxmlformats.org/drawingml/2006/diagram" xmlns:r="http://schemas.openxmlformats.org/officeDocument/2006/relationships" r:dm="rId1" r:lo="rId2" r:qs="rId3" r:cs="rId4"/>
          </a:graphicData>
        </a:graphic>
      </p:graphicFrame>
      <p:sp>
        <p:nvSpPr>
          <p:cNvPr id="266" name="Right Brace 10"/>
          <p:cNvSpPr/>
          <p:nvPr/>
        </p:nvSpPr>
        <p:spPr>
          <a:xfrm rot="16200000">
            <a:off x="5498280" y="1563480"/>
            <a:ext cx="505800" cy="3248640"/>
          </a:xfrm>
          <a:prstGeom prst="rightBrace">
            <a:avLst>
              <a:gd name="adj1" fmla="val 8333"/>
              <a:gd name="adj2" fmla="val 51469"/>
            </a:avLst>
          </a:prstGeom>
          <a:noFill/>
          <a:ln>
            <a:solidFill>
              <a:srgbClr val="000000"/>
            </a:solidFill>
            <a:round/>
          </a:ln>
          <a:effectLst>
            <a:outerShdw blurRad="39960" dir="5400000" dist="20160" rotWithShape="0">
              <a:srgbClr val="000000">
                <a:alpha val="38000"/>
              </a:srgbClr>
            </a:outerShdw>
          </a:effectLst>
        </p:spPr>
        <p:style>
          <a:lnRef idx="2">
            <a:schemeClr val="dk1"/>
          </a:lnRef>
          <a:fillRef idx="0">
            <a:schemeClr val="dk1"/>
          </a:fillRef>
          <a:effectRef idx="1">
            <a:schemeClr val="dk1"/>
          </a:effectRef>
          <a:fontRef idx="minor"/>
        </p:style>
        <p:txBody>
          <a:bodyPr lIns="90000" rIns="90000" tIns="45000" bIns="45000" anchor="ctr">
            <a:noAutofit/>
          </a:bodyPr>
          <a:p>
            <a:pPr algn="ctr" defTabSz="914400">
              <a:lnSpc>
                <a:spcPct val="100000"/>
              </a:lnSpc>
            </a:pPr>
            <a:endParaRPr b="0" lang="en-IN" sz="1900" spc="-1" strike="noStrike">
              <a:solidFill>
                <a:schemeClr val="dk1"/>
              </a:solidFill>
              <a:latin typeface="Zurich BT"/>
            </a:endParaRPr>
          </a:p>
        </p:txBody>
      </p:sp>
      <p:sp>
        <p:nvSpPr>
          <p:cNvPr id="267" name="Right Brace 11"/>
          <p:cNvSpPr/>
          <p:nvPr/>
        </p:nvSpPr>
        <p:spPr>
          <a:xfrm rot="16200000">
            <a:off x="8845920" y="1608840"/>
            <a:ext cx="505800" cy="3134520"/>
          </a:xfrm>
          <a:prstGeom prst="rightBrace">
            <a:avLst>
              <a:gd name="adj1" fmla="val 8333"/>
              <a:gd name="adj2" fmla="val 51469"/>
            </a:avLst>
          </a:prstGeom>
          <a:noFill/>
          <a:ln>
            <a:solidFill>
              <a:srgbClr val="000000"/>
            </a:solidFill>
            <a:round/>
          </a:ln>
          <a:effectLst>
            <a:outerShdw blurRad="39960" dir="5400000" dist="20160" rotWithShape="0">
              <a:srgbClr val="000000">
                <a:alpha val="38000"/>
              </a:srgbClr>
            </a:outerShdw>
          </a:effectLst>
        </p:spPr>
        <p:style>
          <a:lnRef idx="2">
            <a:schemeClr val="dk1"/>
          </a:lnRef>
          <a:fillRef idx="0">
            <a:schemeClr val="dk1"/>
          </a:fillRef>
          <a:effectRef idx="1">
            <a:schemeClr val="dk1"/>
          </a:effectRef>
          <a:fontRef idx="minor"/>
        </p:style>
        <p:txBody>
          <a:bodyPr lIns="90000" rIns="90000" tIns="45000" bIns="45000" anchor="ctr">
            <a:noAutofit/>
          </a:bodyPr>
          <a:p>
            <a:pPr algn="ctr" defTabSz="914400">
              <a:lnSpc>
                <a:spcPct val="100000"/>
              </a:lnSpc>
            </a:pPr>
            <a:endParaRPr b="0" lang="en-IN" sz="1900" spc="-1" strike="noStrike">
              <a:solidFill>
                <a:schemeClr val="dk1"/>
              </a:solidFill>
              <a:latin typeface="Zurich BT"/>
            </a:endParaRPr>
          </a:p>
        </p:txBody>
      </p:sp>
      <p:sp>
        <p:nvSpPr>
          <p:cNvPr id="268" name="Right Brace 12"/>
          <p:cNvSpPr/>
          <p:nvPr/>
        </p:nvSpPr>
        <p:spPr>
          <a:xfrm rot="16200000">
            <a:off x="2093400" y="1551600"/>
            <a:ext cx="505800" cy="3248640"/>
          </a:xfrm>
          <a:prstGeom prst="rightBrace">
            <a:avLst>
              <a:gd name="adj1" fmla="val 8333"/>
              <a:gd name="adj2" fmla="val 51469"/>
            </a:avLst>
          </a:prstGeom>
          <a:noFill/>
          <a:ln>
            <a:solidFill>
              <a:srgbClr val="000000"/>
            </a:solidFill>
            <a:round/>
          </a:ln>
          <a:effectLst>
            <a:outerShdw blurRad="39960" dir="5400000" dist="20160" rotWithShape="0">
              <a:srgbClr val="000000">
                <a:alpha val="38000"/>
              </a:srgbClr>
            </a:outerShdw>
          </a:effectLst>
        </p:spPr>
        <p:style>
          <a:lnRef idx="2">
            <a:schemeClr val="dk1"/>
          </a:lnRef>
          <a:fillRef idx="0">
            <a:schemeClr val="dk1"/>
          </a:fillRef>
          <a:effectRef idx="1">
            <a:schemeClr val="dk1"/>
          </a:effectRef>
          <a:fontRef idx="minor"/>
        </p:style>
        <p:txBody>
          <a:bodyPr lIns="90000" rIns="90000" tIns="45000" bIns="45000" anchor="ctr">
            <a:noAutofit/>
          </a:bodyPr>
          <a:p>
            <a:pPr algn="ctr" defTabSz="914400">
              <a:lnSpc>
                <a:spcPct val="100000"/>
              </a:lnSpc>
            </a:pPr>
            <a:endParaRPr b="0" lang="en-IN" sz="1900" spc="-1" strike="noStrike">
              <a:solidFill>
                <a:schemeClr val="dk1"/>
              </a:solidFill>
              <a:latin typeface="Zurich BT"/>
            </a:endParaRPr>
          </a:p>
        </p:txBody>
      </p:sp>
      <p:sp>
        <p:nvSpPr>
          <p:cNvPr id="269" name="Rectangle 13"/>
          <p:cNvSpPr/>
          <p:nvPr/>
        </p:nvSpPr>
        <p:spPr>
          <a:xfrm>
            <a:off x="2183760" y="2439000"/>
            <a:ext cx="397440" cy="518040"/>
          </a:xfrm>
          <a:prstGeom prst="rect">
            <a:avLst/>
          </a:prstGeom>
          <a:noFill/>
          <a:ln w="0">
            <a:noFill/>
          </a:ln>
        </p:spPr>
        <p:style>
          <a:lnRef idx="0"/>
          <a:fillRef idx="0"/>
          <a:effectRef idx="0"/>
          <a:fontRef idx="minor"/>
        </p:style>
        <p:txBody>
          <a:bodyPr wrap="none" anchor="t">
            <a:spAutoFit/>
          </a:bodyPr>
          <a:p>
            <a:pPr algn="ctr" defTabSz="914400">
              <a:lnSpc>
                <a:spcPct val="100000"/>
              </a:lnSpc>
            </a:pPr>
            <a:r>
              <a:rPr b="0" lang="en-US" sz="2800" spc="-1" strike="noStrike">
                <a:solidFill>
                  <a:schemeClr val="dk1"/>
                </a:solidFill>
                <a:latin typeface="Mulish"/>
              </a:rPr>
              <a:t>T</a:t>
            </a:r>
            <a:endParaRPr b="0" lang="en-IN" sz="2800" spc="-1" strike="noStrike">
              <a:solidFill>
                <a:srgbClr val="000000"/>
              </a:solidFill>
              <a:latin typeface="Arial"/>
            </a:endParaRPr>
          </a:p>
        </p:txBody>
      </p:sp>
      <p:sp>
        <p:nvSpPr>
          <p:cNvPr id="270" name="Rectangle 14"/>
          <p:cNvSpPr/>
          <p:nvPr/>
        </p:nvSpPr>
        <p:spPr>
          <a:xfrm>
            <a:off x="5590440" y="2478240"/>
            <a:ext cx="395640" cy="518040"/>
          </a:xfrm>
          <a:prstGeom prst="rect">
            <a:avLst/>
          </a:prstGeom>
          <a:noFill/>
          <a:ln w="0">
            <a:noFill/>
          </a:ln>
        </p:spPr>
        <p:style>
          <a:lnRef idx="0"/>
          <a:fillRef idx="0"/>
          <a:effectRef idx="0"/>
          <a:fontRef idx="minor"/>
        </p:style>
        <p:txBody>
          <a:bodyPr wrap="none" anchor="t">
            <a:spAutoFit/>
          </a:bodyPr>
          <a:p>
            <a:pPr algn="ctr" defTabSz="914400">
              <a:lnSpc>
                <a:spcPct val="100000"/>
              </a:lnSpc>
            </a:pPr>
            <a:r>
              <a:rPr b="0" lang="en-US" sz="2800" spc="-1" strike="noStrike">
                <a:solidFill>
                  <a:schemeClr val="dk1"/>
                </a:solidFill>
                <a:latin typeface="Mulish"/>
              </a:rPr>
              <a:t>3</a:t>
            </a:r>
            <a:endParaRPr b="0" lang="en-IN" sz="2800" spc="-1" strike="noStrike">
              <a:solidFill>
                <a:srgbClr val="000000"/>
              </a:solidFill>
              <a:latin typeface="Arial"/>
            </a:endParaRPr>
          </a:p>
        </p:txBody>
      </p:sp>
      <p:sp>
        <p:nvSpPr>
          <p:cNvPr id="271" name="Rectangle 15"/>
          <p:cNvSpPr/>
          <p:nvPr/>
        </p:nvSpPr>
        <p:spPr>
          <a:xfrm>
            <a:off x="8951760" y="2411640"/>
            <a:ext cx="395640" cy="518040"/>
          </a:xfrm>
          <a:prstGeom prst="rect">
            <a:avLst/>
          </a:prstGeom>
          <a:noFill/>
          <a:ln w="0">
            <a:noFill/>
          </a:ln>
        </p:spPr>
        <p:style>
          <a:lnRef idx="0"/>
          <a:fillRef idx="0"/>
          <a:effectRef idx="0"/>
          <a:fontRef idx="minor"/>
        </p:style>
        <p:txBody>
          <a:bodyPr wrap="none" anchor="t">
            <a:spAutoFit/>
          </a:bodyPr>
          <a:p>
            <a:pPr algn="ctr" defTabSz="914400">
              <a:lnSpc>
                <a:spcPct val="100000"/>
              </a:lnSpc>
            </a:pPr>
            <a:r>
              <a:rPr b="0" lang="en-US" sz="2800" spc="-1" strike="noStrike">
                <a:solidFill>
                  <a:schemeClr val="dk1"/>
                </a:solidFill>
                <a:latin typeface="Mulish"/>
              </a:rPr>
              <a:t>3</a:t>
            </a:r>
            <a:endParaRPr b="0" lang="en-IN" sz="2800" spc="-1" strike="noStrike">
              <a:solidFill>
                <a:srgbClr val="000000"/>
              </a:solidFill>
              <a:latin typeface="Arial"/>
            </a:endParaRPr>
          </a:p>
        </p:txBody>
      </p:sp>
      <p:sp>
        <p:nvSpPr>
          <p:cNvPr id="272" name="Right Bracket 16"/>
          <p:cNvSpPr/>
          <p:nvPr/>
        </p:nvSpPr>
        <p:spPr>
          <a:xfrm rot="16200000">
            <a:off x="5178960" y="-2407320"/>
            <a:ext cx="1058040" cy="9916200"/>
          </a:xfrm>
          <a:prstGeom prst="rightBracket">
            <a:avLst>
              <a:gd name="adj" fmla="val 8333"/>
            </a:avLst>
          </a:prstGeom>
          <a:noFill/>
          <a:ln>
            <a:solidFill>
              <a:srgbClr val="e77817"/>
            </a:solidFill>
            <a:round/>
          </a:ln>
          <a:effectLst>
            <a:outerShdw blurRad="39960" dir="5400000" dist="20160" rotWithShape="0">
              <a:srgbClr val="000000">
                <a:alpha val="38000"/>
              </a:srgbClr>
            </a:outerShdw>
          </a:effectLst>
        </p:spPr>
        <p:style>
          <a:lnRef idx="2">
            <a:schemeClr val="accent1"/>
          </a:lnRef>
          <a:fillRef idx="0">
            <a:schemeClr val="accent1"/>
          </a:fillRef>
          <a:effectRef idx="1">
            <a:schemeClr val="accent1"/>
          </a:effectRef>
          <a:fontRef idx="minor"/>
        </p:style>
        <p:txBody>
          <a:bodyPr lIns="90000" rIns="90000" tIns="45000" bIns="45000" anchor="ctr">
            <a:noAutofit/>
          </a:bodyPr>
          <a:p>
            <a:pPr algn="ctr" defTabSz="914400">
              <a:lnSpc>
                <a:spcPct val="100000"/>
              </a:lnSpc>
            </a:pPr>
            <a:endParaRPr b="0" lang="en-IN" sz="1900" spc="-1" strike="noStrike">
              <a:solidFill>
                <a:schemeClr val="dk1"/>
              </a:solidFill>
              <a:latin typeface="Zurich BT"/>
            </a:endParaRPr>
          </a:p>
        </p:txBody>
      </p:sp>
      <p:sp>
        <p:nvSpPr>
          <p:cNvPr id="273" name="Rounded Rectangle 17"/>
          <p:cNvSpPr/>
          <p:nvPr/>
        </p:nvSpPr>
        <p:spPr>
          <a:xfrm>
            <a:off x="4308480" y="1787400"/>
            <a:ext cx="2799000" cy="456840"/>
          </a:xfrm>
          <a:prstGeom prst="roundRect">
            <a:avLst>
              <a:gd name="adj" fmla="val 16667"/>
            </a:avLst>
          </a:prstGeom>
          <a:gradFill rotWithShape="0">
            <a:gsLst>
              <a:gs pos="0">
                <a:srgbClr val="bd5800"/>
              </a:gs>
              <a:gs pos="80000">
                <a:srgbClr val="f57300"/>
              </a:gs>
              <a:gs pos="100000">
                <a:srgbClr val="f67200"/>
              </a:gs>
            </a:gsLst>
            <a:lin ang="16200000"/>
          </a:gradFill>
          <a:ln w="0">
            <a:noFill/>
          </a:ln>
          <a:effectLst>
            <a:outerShdw blurRad="39960" dir="5400000" dist="23040" rotWithShape="0">
              <a:srgbClr val="000000">
                <a:alpha val="35000"/>
              </a:srgbClr>
            </a:outerShdw>
          </a:effectLst>
        </p:spPr>
        <p:style>
          <a:lnRef idx="0">
            <a:schemeClr val="accent1"/>
          </a:lnRef>
          <a:fillRef idx="3">
            <a:schemeClr val="accent1"/>
          </a:fillRef>
          <a:effectRef idx="3">
            <a:schemeClr val="accent1"/>
          </a:effectRef>
          <a:fontRef idx="minor"/>
        </p:style>
        <p:txBody>
          <a:bodyPr lIns="90000" rIns="90000" tIns="45000" bIns="45000" anchor="ctr">
            <a:noAutofit/>
          </a:bodyPr>
          <a:p>
            <a:pPr algn="ctr" defTabSz="914400">
              <a:lnSpc>
                <a:spcPct val="100000"/>
              </a:lnSpc>
            </a:pPr>
            <a:r>
              <a:rPr b="1" lang="en-US" sz="1800" spc="-1" strike="noStrike">
                <a:solidFill>
                  <a:schemeClr val="lt1"/>
                </a:solidFill>
                <a:latin typeface="Mulish"/>
              </a:rPr>
              <a:t>Turnaround Time (TAT) </a:t>
            </a:r>
            <a:endParaRPr b="0" lang="en-IN" sz="1800" spc="-1" strike="noStrike">
              <a:solidFill>
                <a:srgbClr val="000000"/>
              </a:solidFill>
              <a:latin typeface="Arial"/>
            </a:endParaRPr>
          </a:p>
        </p:txBody>
      </p:sp>
      <p:sp>
        <p:nvSpPr>
          <p:cNvPr id="274" name="Rounded Rectangle 18"/>
          <p:cNvSpPr/>
          <p:nvPr/>
        </p:nvSpPr>
        <p:spPr>
          <a:xfrm>
            <a:off x="4951440" y="4952880"/>
            <a:ext cx="2437920" cy="1829880"/>
          </a:xfrm>
          <a:prstGeom prst="roundRect">
            <a:avLst>
              <a:gd name="adj" fmla="val 16667"/>
            </a:avLst>
          </a:prstGeom>
          <a:solidFill>
            <a:schemeClr val="bg1"/>
          </a:solidFill>
          <a:ln>
            <a:solidFill>
              <a:srgbClr val="aa5810"/>
            </a:solidFill>
            <a:round/>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en-IN" sz="1900" spc="-1" strike="noStrike">
              <a:solidFill>
                <a:schemeClr val="lt1"/>
              </a:solidFill>
              <a:latin typeface="Zurich BT"/>
            </a:endParaRPr>
          </a:p>
        </p:txBody>
      </p:sp>
      <p:sp>
        <p:nvSpPr>
          <p:cNvPr id="275" name="TextBox 19"/>
          <p:cNvSpPr/>
          <p:nvPr/>
        </p:nvSpPr>
        <p:spPr>
          <a:xfrm>
            <a:off x="5086800" y="5030640"/>
            <a:ext cx="2167200" cy="303120"/>
          </a:xfrm>
          <a:prstGeom prst="rect">
            <a:avLst/>
          </a:prstGeom>
          <a:noFill/>
          <a:ln w="0">
            <a:noFill/>
          </a:ln>
        </p:spPr>
        <p:style>
          <a:lnRef idx="0"/>
          <a:fillRef idx="0"/>
          <a:effectRef idx="0"/>
          <a:fontRef idx="minor"/>
        </p:style>
        <p:txBody>
          <a:bodyPr lIns="90000" rIns="90000" tIns="45000" bIns="45000" anchor="t">
            <a:spAutoFit/>
          </a:bodyPr>
          <a:p>
            <a:pPr defTabSz="914400">
              <a:lnSpc>
                <a:spcPct val="100000"/>
              </a:lnSpc>
            </a:pPr>
            <a:r>
              <a:rPr b="1" lang="en-US" sz="1400" spc="-1" strike="noStrike" u="sng">
                <a:solidFill>
                  <a:schemeClr val="dk1"/>
                </a:solidFill>
                <a:uFillTx/>
                <a:latin typeface="Mulish"/>
              </a:rPr>
              <a:t>Mandatory Test Cases</a:t>
            </a:r>
            <a:endParaRPr b="0" lang="en-IN" sz="1400" spc="-1" strike="noStrike">
              <a:solidFill>
                <a:srgbClr val="000000"/>
              </a:solidFill>
              <a:latin typeface="Arial"/>
            </a:endParaRPr>
          </a:p>
        </p:txBody>
      </p:sp>
      <p:sp>
        <p:nvSpPr>
          <p:cNvPr id="276" name="TextBox 20"/>
          <p:cNvSpPr/>
          <p:nvPr/>
        </p:nvSpPr>
        <p:spPr>
          <a:xfrm>
            <a:off x="4885200" y="5359320"/>
            <a:ext cx="2570400" cy="943560"/>
          </a:xfrm>
          <a:prstGeom prst="rect">
            <a:avLst/>
          </a:prstGeom>
          <a:noFill/>
          <a:ln w="0">
            <a:noFill/>
          </a:ln>
        </p:spPr>
        <p:style>
          <a:lnRef idx="0"/>
          <a:fillRef idx="0"/>
          <a:effectRef idx="0"/>
          <a:fontRef idx="minor"/>
        </p:style>
        <p:txBody>
          <a:bodyPr lIns="90000" rIns="90000" tIns="45000" bIns="45000" anchor="t">
            <a:spAutoFit/>
          </a:bodyPr>
          <a:p>
            <a:pPr marL="343080" indent="-343080" defTabSz="914400">
              <a:lnSpc>
                <a:spcPct val="100000"/>
              </a:lnSpc>
              <a:buClr>
                <a:srgbClr val="000066"/>
              </a:buClr>
              <a:buFont typeface="Zurich BT"/>
              <a:buAutoNum type="arabicParenR"/>
            </a:pPr>
            <a:r>
              <a:rPr b="0" lang="en-US" sz="1400" spc="-1" strike="noStrike">
                <a:solidFill>
                  <a:srgbClr val="000066"/>
                </a:solidFill>
                <a:latin typeface="Mulish"/>
              </a:rPr>
              <a:t>QR API / Collect Pay API</a:t>
            </a:r>
            <a:endParaRPr b="0" lang="en-IN" sz="1400" spc="-1" strike="noStrike">
              <a:solidFill>
                <a:srgbClr val="000000"/>
              </a:solidFill>
              <a:latin typeface="Arial"/>
            </a:endParaRPr>
          </a:p>
          <a:p>
            <a:pPr marL="343080" indent="-343080" defTabSz="914400">
              <a:lnSpc>
                <a:spcPct val="100000"/>
              </a:lnSpc>
              <a:buClr>
                <a:srgbClr val="000066"/>
              </a:buClr>
              <a:buFont typeface="Zurich BT"/>
              <a:buAutoNum type="arabicParenR"/>
            </a:pPr>
            <a:r>
              <a:rPr b="0" lang="en-US" sz="1400" spc="-1" strike="noStrike">
                <a:solidFill>
                  <a:srgbClr val="000066"/>
                </a:solidFill>
                <a:latin typeface="Mulish"/>
              </a:rPr>
              <a:t>Transaction Status API</a:t>
            </a:r>
            <a:endParaRPr b="0" lang="en-IN" sz="1400" spc="-1" strike="noStrike">
              <a:solidFill>
                <a:srgbClr val="000000"/>
              </a:solidFill>
              <a:latin typeface="Arial"/>
            </a:endParaRPr>
          </a:p>
          <a:p>
            <a:pPr marL="343080" indent="-343080" defTabSz="914400">
              <a:lnSpc>
                <a:spcPct val="100000"/>
              </a:lnSpc>
              <a:buClr>
                <a:srgbClr val="000066"/>
              </a:buClr>
              <a:buFont typeface="Zurich BT"/>
              <a:buAutoNum type="arabicParenR"/>
            </a:pPr>
            <a:r>
              <a:rPr b="0" lang="en-US" sz="1400" spc="-1" strike="noStrike">
                <a:solidFill>
                  <a:srgbClr val="000066"/>
                </a:solidFill>
                <a:latin typeface="Mulish"/>
              </a:rPr>
              <a:t>Callback Status API</a:t>
            </a:r>
            <a:endParaRPr b="0" lang="en-IN" sz="1400" spc="-1" strike="noStrike">
              <a:solidFill>
                <a:srgbClr val="000000"/>
              </a:solidFill>
              <a:latin typeface="Arial"/>
            </a:endParaRPr>
          </a:p>
          <a:p>
            <a:pPr marL="343080" indent="-343080" defTabSz="914400">
              <a:lnSpc>
                <a:spcPct val="100000"/>
              </a:lnSpc>
              <a:buClr>
                <a:srgbClr val="000066"/>
              </a:buClr>
              <a:buFont typeface="Zurich BT"/>
              <a:buAutoNum type="arabicParenR"/>
            </a:pPr>
            <a:r>
              <a:rPr b="0" lang="en-US" sz="1400" spc="-1" strike="noStrike">
                <a:solidFill>
                  <a:srgbClr val="000066"/>
                </a:solidFill>
                <a:latin typeface="Mulish"/>
              </a:rPr>
              <a:t>Refund API</a:t>
            </a:r>
            <a:endParaRPr b="0" lang="en-IN" sz="1400" spc="-1" strike="noStrike">
              <a:solidFill>
                <a:srgbClr val="000000"/>
              </a:solidFill>
              <a:latin typeface="Arial"/>
            </a:endParaRPr>
          </a:p>
        </p:txBody>
      </p:sp>
      <p:sp>
        <p:nvSpPr>
          <p:cNvPr id="277" name="PlaceHolder 3"/>
          <p:cNvSpPr>
            <a:spLocks noGrp="1"/>
          </p:cNvSpPr>
          <p:nvPr>
            <p:ph/>
          </p:nvPr>
        </p:nvSpPr>
        <p:spPr>
          <a:xfrm>
            <a:off x="11002680" y="3474000"/>
            <a:ext cx="1185840" cy="493200"/>
          </a:xfrm>
          <a:prstGeom prst="rect">
            <a:avLst/>
          </a:prstGeom>
          <a:noFill/>
          <a:ln w="0">
            <a:noFill/>
          </a:ln>
        </p:spPr>
        <p:txBody>
          <a:bodyPr lIns="91440" rIns="91440" tIns="45720" bIns="45720" anchor="t">
            <a:noAutofit/>
          </a:bodyPr>
          <a:p>
            <a:pPr indent="0" defTabSz="914400">
              <a:lnSpc>
                <a:spcPct val="100000"/>
              </a:lnSpc>
              <a:spcBef>
                <a:spcPts val="479"/>
              </a:spcBef>
              <a:buNone/>
              <a:tabLst>
                <a:tab algn="l" pos="0"/>
              </a:tabLst>
            </a:pPr>
            <a:r>
              <a:rPr b="1" lang="en-US" sz="2400" spc="-1" strike="noStrike" u="sng">
                <a:solidFill>
                  <a:srgbClr val="00b050"/>
                </a:solidFill>
                <a:uFillTx/>
                <a:latin typeface="Mulish"/>
              </a:rPr>
              <a:t>Live</a:t>
            </a:r>
            <a:r>
              <a:rPr b="1" lang="en-US" sz="2400" spc="-1" strike="noStrike">
                <a:solidFill>
                  <a:srgbClr val="00b050"/>
                </a:solidFill>
                <a:latin typeface="Mulish"/>
              </a:rPr>
              <a:t> </a:t>
            </a:r>
            <a:endParaRPr b="0" lang="en-US" sz="2400" spc="-1" strike="noStrike">
              <a:solidFill>
                <a:schemeClr val="dk1"/>
              </a:solidFill>
              <a:latin typeface="Zurich BT"/>
            </a:endParaRPr>
          </a:p>
        </p:txBody>
      </p:sp>
      <p:sp>
        <p:nvSpPr>
          <p:cNvPr id="278" name="Rounded Rectangle 22"/>
          <p:cNvSpPr/>
          <p:nvPr/>
        </p:nvSpPr>
        <p:spPr>
          <a:xfrm>
            <a:off x="8260920" y="5030640"/>
            <a:ext cx="2437920" cy="1752120"/>
          </a:xfrm>
          <a:prstGeom prst="roundRect">
            <a:avLst>
              <a:gd name="adj" fmla="val 16667"/>
            </a:avLst>
          </a:prstGeom>
          <a:solidFill>
            <a:schemeClr val="bg1"/>
          </a:solidFill>
          <a:ln>
            <a:solidFill>
              <a:srgbClr val="aa5810"/>
            </a:solidFill>
            <a:round/>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en-IN" sz="1900" spc="-1" strike="noStrike">
              <a:solidFill>
                <a:schemeClr val="lt1"/>
              </a:solidFill>
              <a:latin typeface="Zurich BT"/>
            </a:endParaRPr>
          </a:p>
        </p:txBody>
      </p:sp>
      <p:sp>
        <p:nvSpPr>
          <p:cNvPr id="279" name="TextBox 23"/>
          <p:cNvSpPr/>
          <p:nvPr/>
        </p:nvSpPr>
        <p:spPr>
          <a:xfrm>
            <a:off x="8263800" y="5338440"/>
            <a:ext cx="2570400" cy="943560"/>
          </a:xfrm>
          <a:prstGeom prst="rect">
            <a:avLst/>
          </a:prstGeom>
          <a:noFill/>
          <a:ln w="0">
            <a:noFill/>
          </a:ln>
        </p:spPr>
        <p:style>
          <a:lnRef idx="0"/>
          <a:fillRef idx="0"/>
          <a:effectRef idx="0"/>
          <a:fontRef idx="minor"/>
        </p:style>
        <p:txBody>
          <a:bodyPr lIns="90000" rIns="90000" tIns="45000" bIns="45000" anchor="t">
            <a:spAutoFit/>
          </a:bodyPr>
          <a:p>
            <a:pPr marL="343080" indent="-343080" defTabSz="914400">
              <a:lnSpc>
                <a:spcPct val="100000"/>
              </a:lnSpc>
              <a:buClr>
                <a:srgbClr val="000066"/>
              </a:buClr>
              <a:buFont typeface="Zurich BT"/>
              <a:buAutoNum type="arabicParenR"/>
            </a:pPr>
            <a:r>
              <a:rPr b="0" lang="en-US" sz="1400" spc="-1" strike="noStrike">
                <a:solidFill>
                  <a:srgbClr val="000066"/>
                </a:solidFill>
                <a:latin typeface="Mulish"/>
              </a:rPr>
              <a:t>Live Testing in Production (QR/Collect)</a:t>
            </a:r>
            <a:endParaRPr b="0" lang="en-IN" sz="1400" spc="-1" strike="noStrike">
              <a:solidFill>
                <a:srgbClr val="000000"/>
              </a:solidFill>
              <a:latin typeface="Arial"/>
            </a:endParaRPr>
          </a:p>
          <a:p>
            <a:pPr marL="343080" indent="-343080" defTabSz="914400">
              <a:lnSpc>
                <a:spcPct val="100000"/>
              </a:lnSpc>
              <a:buClr>
                <a:srgbClr val="000066"/>
              </a:buClr>
              <a:buFont typeface="Zurich BT"/>
              <a:buAutoNum type="arabicParenR"/>
            </a:pPr>
            <a:r>
              <a:rPr b="0" lang="en-US" sz="1400" spc="-1" strike="noStrike">
                <a:solidFill>
                  <a:srgbClr val="000066"/>
                </a:solidFill>
                <a:latin typeface="Mulish"/>
              </a:rPr>
              <a:t>Callback Status API</a:t>
            </a:r>
            <a:endParaRPr b="0" lang="en-IN" sz="1400" spc="-1" strike="noStrike">
              <a:solidFill>
                <a:srgbClr val="000000"/>
              </a:solidFill>
              <a:latin typeface="Arial"/>
            </a:endParaRPr>
          </a:p>
          <a:p>
            <a:pPr defTabSz="914400">
              <a:lnSpc>
                <a:spcPct val="100000"/>
              </a:lnSpc>
            </a:pPr>
            <a:endParaRPr b="0" lang="en-IN" sz="1400" spc="-1" strike="noStrike">
              <a:solidFill>
                <a:srgbClr val="000000"/>
              </a:solidFill>
              <a:latin typeface="Arial"/>
            </a:endParaRPr>
          </a:p>
        </p:txBody>
      </p:sp>
      <p:sp>
        <p:nvSpPr>
          <p:cNvPr id="280" name="Rounded Rectangle 24"/>
          <p:cNvSpPr/>
          <p:nvPr/>
        </p:nvSpPr>
        <p:spPr>
          <a:xfrm>
            <a:off x="1641600" y="4952880"/>
            <a:ext cx="2437920" cy="1829880"/>
          </a:xfrm>
          <a:prstGeom prst="roundRect">
            <a:avLst>
              <a:gd name="adj" fmla="val 16667"/>
            </a:avLst>
          </a:prstGeom>
          <a:solidFill>
            <a:schemeClr val="bg1"/>
          </a:solidFill>
          <a:ln>
            <a:solidFill>
              <a:srgbClr val="aa5810"/>
            </a:solidFill>
            <a:round/>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en-IN" sz="1900" spc="-1" strike="noStrike">
              <a:solidFill>
                <a:schemeClr val="lt1"/>
              </a:solidFill>
              <a:latin typeface="Zurich BT"/>
            </a:endParaRPr>
          </a:p>
        </p:txBody>
      </p:sp>
      <p:sp>
        <p:nvSpPr>
          <p:cNvPr id="281" name="TextBox 25"/>
          <p:cNvSpPr/>
          <p:nvPr/>
        </p:nvSpPr>
        <p:spPr>
          <a:xfrm>
            <a:off x="1608480" y="5230800"/>
            <a:ext cx="2570400" cy="1157040"/>
          </a:xfrm>
          <a:prstGeom prst="rect">
            <a:avLst/>
          </a:prstGeom>
          <a:noFill/>
          <a:ln w="0">
            <a:noFill/>
          </a:ln>
        </p:spPr>
        <p:style>
          <a:lnRef idx="0"/>
          <a:fillRef idx="0"/>
          <a:effectRef idx="0"/>
          <a:fontRef idx="minor"/>
        </p:style>
        <p:txBody>
          <a:bodyPr lIns="90000" rIns="90000" tIns="45000" bIns="45000" anchor="t">
            <a:spAutoFit/>
          </a:bodyPr>
          <a:p>
            <a:pPr marL="343080" indent="-343080" defTabSz="914400">
              <a:lnSpc>
                <a:spcPct val="100000"/>
              </a:lnSpc>
              <a:buClr>
                <a:srgbClr val="000066"/>
              </a:buClr>
              <a:buFont typeface="Zurich BT"/>
              <a:buAutoNum type="arabicParenR"/>
            </a:pPr>
            <a:r>
              <a:rPr b="0" lang="en-US" sz="1400" spc="-1" strike="noStrike">
                <a:solidFill>
                  <a:srgbClr val="000066"/>
                </a:solidFill>
                <a:latin typeface="Mulish"/>
              </a:rPr>
              <a:t>Client Technical Prerequisites validation</a:t>
            </a:r>
            <a:endParaRPr b="0" lang="en-IN" sz="1400" spc="-1" strike="noStrike">
              <a:solidFill>
                <a:srgbClr val="000000"/>
              </a:solidFill>
              <a:latin typeface="Arial"/>
            </a:endParaRPr>
          </a:p>
          <a:p>
            <a:pPr marL="343080" indent="-343080" defTabSz="914400">
              <a:lnSpc>
                <a:spcPct val="100000"/>
              </a:lnSpc>
              <a:buClr>
                <a:srgbClr val="000066"/>
              </a:buClr>
              <a:buFont typeface="Zurich BT"/>
              <a:buAutoNum type="arabicParenR"/>
            </a:pPr>
            <a:r>
              <a:rPr b="0" lang="en-US" sz="1400" spc="-1" strike="noStrike">
                <a:solidFill>
                  <a:srgbClr val="000066"/>
                </a:solidFill>
                <a:latin typeface="Mulish"/>
              </a:rPr>
              <a:t>UAT Credentials shared with Client</a:t>
            </a:r>
            <a:endParaRPr b="0" lang="en-IN" sz="1400" spc="-1" strike="noStrike">
              <a:solidFill>
                <a:srgbClr val="000000"/>
              </a:solidFill>
              <a:latin typeface="Arial"/>
            </a:endParaRPr>
          </a:p>
          <a:p>
            <a:pPr marL="343080" indent="-343080" defTabSz="914400">
              <a:lnSpc>
                <a:spcPct val="100000"/>
              </a:lnSpc>
              <a:buClr>
                <a:srgbClr val="000066"/>
              </a:buClr>
              <a:buFont typeface="Zurich BT"/>
              <a:buAutoNum type="arabicParenR"/>
            </a:pPr>
            <a:r>
              <a:rPr b="0" lang="en-US" sz="1400" spc="-1" strike="noStrike">
                <a:solidFill>
                  <a:srgbClr val="000066"/>
                </a:solidFill>
                <a:latin typeface="Mulish"/>
              </a:rPr>
              <a:t>Client MID/VPA Creation</a:t>
            </a:r>
            <a:endParaRPr b="0" lang="en-IN" sz="14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82" name="PlaceHolder 1"/>
          <p:cNvSpPr>
            <a:spLocks noGrp="1"/>
          </p:cNvSpPr>
          <p:nvPr>
            <p:ph/>
          </p:nvPr>
        </p:nvSpPr>
        <p:spPr>
          <a:xfrm>
            <a:off x="125280" y="152280"/>
            <a:ext cx="11683800" cy="493200"/>
          </a:xfrm>
          <a:prstGeom prst="rect">
            <a:avLst/>
          </a:prstGeom>
          <a:noFill/>
          <a:ln w="0">
            <a:noFill/>
          </a:ln>
        </p:spPr>
        <p:txBody>
          <a:bodyPr lIns="91440" rIns="91440" tIns="45720" bIns="45720" anchor="t">
            <a:noAutofit/>
          </a:bodyPr>
          <a:p>
            <a:pPr indent="0" defTabSz="914400">
              <a:lnSpc>
                <a:spcPct val="100000"/>
              </a:lnSpc>
              <a:spcBef>
                <a:spcPts val="479"/>
              </a:spcBef>
              <a:buNone/>
              <a:tabLst>
                <a:tab algn="l" pos="0"/>
              </a:tabLst>
            </a:pPr>
            <a:r>
              <a:rPr b="1" lang="en-US" sz="2400" spc="-1" strike="noStrike">
                <a:solidFill>
                  <a:srgbClr val="97281d"/>
                </a:solidFill>
                <a:latin typeface="Mulish"/>
              </a:rPr>
              <a:t>UPI Collection API - Mandatory Prerequisites from Client</a:t>
            </a:r>
            <a:endParaRPr b="0" lang="en-US" sz="2400" spc="-1" strike="noStrike">
              <a:solidFill>
                <a:schemeClr val="dk1"/>
              </a:solidFill>
              <a:latin typeface="Zurich BT"/>
            </a:endParaRPr>
          </a:p>
        </p:txBody>
      </p:sp>
      <p:sp>
        <p:nvSpPr>
          <p:cNvPr id="283" name="PlaceHolder 2"/>
          <p:cNvSpPr>
            <a:spLocks noGrp="1"/>
          </p:cNvSpPr>
          <p:nvPr>
            <p:ph/>
          </p:nvPr>
        </p:nvSpPr>
        <p:spPr>
          <a:xfrm>
            <a:off x="334440" y="957240"/>
            <a:ext cx="11265480" cy="4147920"/>
          </a:xfrm>
          <a:prstGeom prst="rect">
            <a:avLst/>
          </a:prstGeom>
          <a:noFill/>
          <a:ln w="0">
            <a:noFill/>
          </a:ln>
        </p:spPr>
        <p:txBody>
          <a:bodyPr lIns="91440" rIns="91440" tIns="45720" bIns="45720" anchor="t">
            <a:noAutofit/>
          </a:bodyPr>
          <a:p>
            <a:pPr marL="457200" indent="-457200" defTabSz="914400">
              <a:lnSpc>
                <a:spcPct val="100000"/>
              </a:lnSpc>
              <a:spcBef>
                <a:spcPts val="400"/>
              </a:spcBef>
              <a:buClr>
                <a:srgbClr val="1f497d"/>
              </a:buClr>
              <a:buFont typeface="Zurich BT"/>
              <a:buAutoNum type="arabicPeriod"/>
            </a:pPr>
            <a:r>
              <a:rPr b="1" lang="en-US" sz="2000" spc="-1" strike="noStrike">
                <a:solidFill>
                  <a:srgbClr val="1f497d"/>
                </a:solidFill>
                <a:latin typeface="Mulish"/>
              </a:rPr>
              <a:t>List of Static IPs : For Ex- 192.12.23.56 </a:t>
            </a:r>
            <a:endParaRPr b="0" lang="en-US" sz="2000" spc="-1" strike="noStrike">
              <a:solidFill>
                <a:schemeClr val="dk1"/>
              </a:solidFill>
              <a:latin typeface="Zurich BT"/>
            </a:endParaRPr>
          </a:p>
          <a:p>
            <a:pPr lvl="1" marL="1200240" indent="-457200" defTabSz="914400">
              <a:lnSpc>
                <a:spcPct val="100000"/>
              </a:lnSpc>
              <a:spcBef>
                <a:spcPts val="400"/>
              </a:spcBef>
              <a:buClr>
                <a:srgbClr val="000000"/>
              </a:buClr>
              <a:buFont typeface="Wingdings" charset="2"/>
              <a:buChar char=""/>
            </a:pPr>
            <a:r>
              <a:rPr b="0" lang="en-US" sz="2000" spc="-1" strike="noStrike">
                <a:solidFill>
                  <a:schemeClr val="dk1"/>
                </a:solidFill>
                <a:latin typeface="Mulish"/>
              </a:rPr>
              <a:t>(For dynamic IPs please provide range of IP addresses)</a:t>
            </a:r>
            <a:endParaRPr b="0" lang="en-US" sz="2000" spc="-1" strike="noStrike">
              <a:solidFill>
                <a:schemeClr val="dk1"/>
              </a:solidFill>
              <a:latin typeface="Zurich BT"/>
            </a:endParaRPr>
          </a:p>
          <a:p>
            <a:pPr marL="457200" indent="-457200" defTabSz="914400">
              <a:lnSpc>
                <a:spcPct val="100000"/>
              </a:lnSpc>
              <a:spcBef>
                <a:spcPts val="400"/>
              </a:spcBef>
              <a:buClr>
                <a:srgbClr val="1f497d"/>
              </a:buClr>
              <a:buFont typeface="Zurich BT"/>
              <a:buAutoNum type="arabicPeriod"/>
            </a:pPr>
            <a:r>
              <a:rPr b="1" lang="en-IN" sz="2000" spc="-1" strike="noStrike">
                <a:solidFill>
                  <a:srgbClr val="1f497d"/>
                </a:solidFill>
                <a:latin typeface="Mulish"/>
              </a:rPr>
              <a:t>Merchant call-back URL to post final transaction status from ICICI’s end </a:t>
            </a:r>
            <a:endParaRPr b="0" lang="en-US" sz="2000" spc="-1" strike="noStrike">
              <a:solidFill>
                <a:schemeClr val="dk1"/>
              </a:solidFill>
              <a:latin typeface="Zurich BT"/>
            </a:endParaRPr>
          </a:p>
          <a:p>
            <a:pPr lvl="1" marL="1200240" indent="-457200" defTabSz="914400">
              <a:lnSpc>
                <a:spcPct val="100000"/>
              </a:lnSpc>
              <a:spcBef>
                <a:spcPts val="400"/>
              </a:spcBef>
              <a:buClr>
                <a:srgbClr val="000000"/>
              </a:buClr>
              <a:buFont typeface="Wingdings" charset="2"/>
              <a:buChar char=""/>
            </a:pPr>
            <a:r>
              <a:rPr b="0" lang="en-US" sz="2000" spc="-1" strike="noStrike">
                <a:solidFill>
                  <a:schemeClr val="dk1"/>
                </a:solidFill>
                <a:latin typeface="Mulish"/>
              </a:rPr>
              <a:t>(Callback URL to be https:// i.e SSL Compliant only)</a:t>
            </a:r>
            <a:endParaRPr b="0" lang="en-US" sz="2000" spc="-1" strike="noStrike">
              <a:solidFill>
                <a:schemeClr val="dk1"/>
              </a:solidFill>
              <a:latin typeface="Zurich BT"/>
            </a:endParaRPr>
          </a:p>
          <a:p>
            <a:pPr lvl="1" marL="1200240" indent="-457200" defTabSz="914400">
              <a:lnSpc>
                <a:spcPct val="100000"/>
              </a:lnSpc>
              <a:spcBef>
                <a:spcPts val="400"/>
              </a:spcBef>
              <a:buClr>
                <a:srgbClr val="ff0000"/>
              </a:buClr>
              <a:buFont typeface="Wingdings" charset="2"/>
              <a:buChar char=""/>
            </a:pPr>
            <a:r>
              <a:rPr b="1" lang="en-US" sz="2000" spc="-1" strike="noStrike">
                <a:solidFill>
                  <a:srgbClr val="ff0000"/>
                </a:solidFill>
                <a:latin typeface="Mulish"/>
              </a:rPr>
              <a:t>Callback URL configured at Local Host is not allowed should be done at Client Server only)</a:t>
            </a:r>
            <a:endParaRPr b="0" lang="en-US" sz="2000" spc="-1" strike="noStrike">
              <a:solidFill>
                <a:schemeClr val="dk1"/>
              </a:solidFill>
              <a:latin typeface="Zurich BT"/>
            </a:endParaRPr>
          </a:p>
          <a:p>
            <a:pPr lvl="1" marL="1200240" indent="-457200" defTabSz="914400">
              <a:lnSpc>
                <a:spcPct val="100000"/>
              </a:lnSpc>
              <a:spcBef>
                <a:spcPts val="400"/>
              </a:spcBef>
              <a:buClr>
                <a:srgbClr val="000000"/>
              </a:buClr>
              <a:buFont typeface="Wingdings" charset="2"/>
              <a:buChar char=""/>
            </a:pPr>
            <a:r>
              <a:rPr b="0" lang="en-US" sz="2000" spc="-1" strike="noStrike">
                <a:solidFill>
                  <a:schemeClr val="dk1"/>
                </a:solidFill>
                <a:latin typeface="Mulish"/>
              </a:rPr>
              <a:t>(Merchant CA (Certificate Authority) Signed SSL Certificate with 4096 bits Public Key for Encryption</a:t>
            </a:r>
            <a:endParaRPr b="0" lang="en-US" sz="2000" spc="-1" strike="noStrike">
              <a:solidFill>
                <a:schemeClr val="dk1"/>
              </a:solidFill>
              <a:latin typeface="Zurich BT"/>
            </a:endParaRPr>
          </a:p>
          <a:p>
            <a:pPr lvl="1" marL="1200240" indent="-457200" defTabSz="914400">
              <a:lnSpc>
                <a:spcPct val="100000"/>
              </a:lnSpc>
              <a:spcBef>
                <a:spcPts val="400"/>
              </a:spcBef>
              <a:buClr>
                <a:srgbClr val="000000"/>
              </a:buClr>
              <a:buFont typeface="Wingdings" charset="2"/>
              <a:buChar char=""/>
            </a:pPr>
            <a:r>
              <a:rPr b="0" lang="en-US" sz="2000" spc="-1" strike="noStrike">
                <a:solidFill>
                  <a:schemeClr val="dk1"/>
                </a:solidFill>
                <a:latin typeface="Mulish"/>
              </a:rPr>
              <a:t>Matching Private Key to be available with the Client</a:t>
            </a:r>
            <a:endParaRPr b="0" lang="en-US" sz="2000" spc="-1" strike="noStrike">
              <a:solidFill>
                <a:schemeClr val="dk1"/>
              </a:solidFill>
              <a:latin typeface="Zurich BT"/>
            </a:endParaRPr>
          </a:p>
          <a:p>
            <a:pPr lvl="1" marL="1200240" indent="-457200" defTabSz="914400">
              <a:lnSpc>
                <a:spcPct val="100000"/>
              </a:lnSpc>
              <a:spcBef>
                <a:spcPts val="400"/>
              </a:spcBef>
              <a:buClr>
                <a:srgbClr val="ff0000"/>
              </a:buClr>
              <a:buFont typeface="Wingdings" charset="2"/>
              <a:buChar char=""/>
            </a:pPr>
            <a:r>
              <a:rPr b="1" lang="en-US" sz="2000" spc="-1" strike="noStrike">
                <a:solidFill>
                  <a:srgbClr val="ff0000"/>
                </a:solidFill>
                <a:latin typeface="Mulish"/>
              </a:rPr>
              <a:t>(Self Signed Certificate is not allowed)</a:t>
            </a:r>
            <a:endParaRPr b="0" lang="en-US" sz="2000" spc="-1" strike="noStrike">
              <a:solidFill>
                <a:schemeClr val="dk1"/>
              </a:solidFill>
              <a:latin typeface="Zurich BT"/>
            </a:endParaRPr>
          </a:p>
        </p:txBody>
      </p:sp>
      <p:sp>
        <p:nvSpPr>
          <p:cNvPr id="284" name="TextBox 2"/>
          <p:cNvSpPr/>
          <p:nvPr/>
        </p:nvSpPr>
        <p:spPr>
          <a:xfrm>
            <a:off x="1137600" y="4687920"/>
            <a:ext cx="9678600" cy="1826640"/>
          </a:xfrm>
          <a:prstGeom prst="rect">
            <a:avLst/>
          </a:prstGeom>
          <a:solidFill>
            <a:srgbClr val="ffffff"/>
          </a:solidFill>
          <a:ln>
            <a:solidFill>
              <a:srgbClr val="e77817"/>
            </a:solidFill>
            <a:round/>
          </a:ln>
        </p:spPr>
        <p:style>
          <a:lnRef idx="2">
            <a:schemeClr val="accent1"/>
          </a:lnRef>
          <a:fillRef idx="1">
            <a:schemeClr val="lt1"/>
          </a:fillRef>
          <a:effectRef idx="0">
            <a:schemeClr val="accent1"/>
          </a:effectRef>
          <a:fontRef idx="minor"/>
        </p:style>
        <p:txBody>
          <a:bodyPr lIns="90000" rIns="90000" tIns="45000" bIns="45000" anchor="t">
            <a:spAutoFit/>
          </a:bodyPr>
          <a:p>
            <a:pPr algn="just" defTabSz="914400">
              <a:lnSpc>
                <a:spcPct val="100000"/>
              </a:lnSpc>
            </a:pPr>
            <a:r>
              <a:rPr b="1" i="1" lang="en-US" sz="1700" spc="-1" strike="noStrike">
                <a:solidFill>
                  <a:schemeClr val="dk1"/>
                </a:solidFill>
                <a:latin typeface="Mulish"/>
              </a:rPr>
              <a:t>*Note – Merchant Public Key is extracted from Merchant CA signed certificate which is used in encryption and decryption of request and responses pertaining to UPI Collection API</a:t>
            </a:r>
            <a:endParaRPr b="0" lang="en-IN" sz="1700" spc="-1" strike="noStrike">
              <a:solidFill>
                <a:srgbClr val="000000"/>
              </a:solidFill>
              <a:latin typeface="Arial"/>
            </a:endParaRPr>
          </a:p>
          <a:p>
            <a:pPr algn="just" defTabSz="914400">
              <a:lnSpc>
                <a:spcPct val="100000"/>
              </a:lnSpc>
            </a:pPr>
            <a:endParaRPr b="0" lang="en-IN" sz="1600" spc="-1" strike="noStrike">
              <a:solidFill>
                <a:srgbClr val="000000"/>
              </a:solidFill>
              <a:latin typeface="Arial"/>
            </a:endParaRPr>
          </a:p>
          <a:p>
            <a:pPr algn="just" defTabSz="914400">
              <a:lnSpc>
                <a:spcPct val="100000"/>
              </a:lnSpc>
            </a:pPr>
            <a:r>
              <a:rPr b="0" lang="en-US" sz="1600" spc="-1" strike="noStrike">
                <a:solidFill>
                  <a:schemeClr val="dk1"/>
                </a:solidFill>
                <a:latin typeface="Mulish"/>
              </a:rPr>
              <a:t>ICICI Bank use Asymmetric Encryption wherein </a:t>
            </a:r>
            <a:r>
              <a:rPr b="0" lang="en-IN" sz="1600" spc="-1" strike="noStrike">
                <a:solidFill>
                  <a:schemeClr val="dk1"/>
                </a:solidFill>
                <a:latin typeface="Mulish"/>
              </a:rPr>
              <a:t>Merchant will need to make encrypted request call using ICICI Bank’s public key certificate to selected APIs from their Application Server and ICICI Bank will post encrypted response packet using merchant’s public key certificate. Merchant is required to decrypt the response packet received at their end with the corresponding private key. </a:t>
            </a:r>
            <a:endParaRPr b="0" lang="en-IN" sz="1600" spc="-1" strike="noStrike">
              <a:solidFill>
                <a:srgbClr val="000000"/>
              </a:solidFill>
              <a:latin typeface="Arial"/>
            </a:endParaRPr>
          </a:p>
        </p:txBody>
      </p:sp>
      <p:sp>
        <p:nvSpPr>
          <p:cNvPr id="285" name="TextBox 4"/>
          <p:cNvSpPr/>
          <p:nvPr/>
        </p:nvSpPr>
        <p:spPr>
          <a:xfrm>
            <a:off x="1137600" y="6490440"/>
            <a:ext cx="4419360" cy="333360"/>
          </a:xfrm>
          <a:prstGeom prst="rect">
            <a:avLst/>
          </a:prstGeom>
          <a:noFill/>
          <a:ln w="0">
            <a:noFill/>
          </a:ln>
        </p:spPr>
        <p:style>
          <a:lnRef idx="0"/>
          <a:fillRef idx="0"/>
          <a:effectRef idx="0"/>
          <a:fontRef idx="minor"/>
        </p:style>
        <p:txBody>
          <a:bodyPr lIns="90000" rIns="90000" tIns="45000" bIns="45000" anchor="t">
            <a:spAutoFit/>
          </a:bodyPr>
          <a:p>
            <a:pPr algn="just" defTabSz="914400">
              <a:lnSpc>
                <a:spcPct val="100000"/>
              </a:lnSpc>
            </a:pPr>
            <a:r>
              <a:rPr b="1" lang="en-US" sz="1600" spc="-1" strike="noStrike">
                <a:solidFill>
                  <a:schemeClr val="dk1"/>
                </a:solidFill>
                <a:latin typeface="Mulish"/>
              </a:rPr>
              <a:t>For more Details on Encryption/Decryption</a:t>
            </a:r>
            <a:r>
              <a:rPr b="0" lang="en-IN" sz="1600" spc="-1" strike="noStrike">
                <a:solidFill>
                  <a:schemeClr val="dk1"/>
                </a:solidFill>
                <a:latin typeface="Mulish"/>
              </a:rPr>
              <a:t>. </a:t>
            </a:r>
            <a:endParaRPr b="0" lang="en-IN" sz="1600" spc="-1" strike="noStrike">
              <a:solidFill>
                <a:srgbClr val="000000"/>
              </a:solidFill>
              <a:latin typeface="Arial"/>
            </a:endParaRPr>
          </a:p>
        </p:txBody>
      </p:sp>
      <p:sp>
        <p:nvSpPr>
          <p:cNvPr id="286" name="Up Arrow 5">
            <a:hlinkClick r:id="rId1" action="ppaction://hlinksldjump"/>
          </p:cNvPr>
          <p:cNvSpPr/>
          <p:nvPr/>
        </p:nvSpPr>
        <p:spPr>
          <a:xfrm rot="5400000">
            <a:off x="5772600" y="6327360"/>
            <a:ext cx="161640" cy="664200"/>
          </a:xfrm>
          <a:prstGeom prst="upArrow">
            <a:avLst>
              <a:gd name="adj1" fmla="val 50000"/>
              <a:gd name="adj2" fmla="val 50000"/>
            </a:avLst>
          </a:prstGeom>
          <a:solidFill>
            <a:srgbClr val="e77817"/>
          </a:solidFill>
          <a:ln>
            <a:solidFill>
              <a:srgbClr val="aa5810"/>
            </a:solidFill>
            <a:round/>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en-IN" sz="1900" spc="-1" strike="noStrike">
              <a:solidFill>
                <a:schemeClr val="lt1"/>
              </a:solidFill>
              <a:latin typeface="Zurich BT"/>
            </a:endParaRPr>
          </a:p>
        </p:txBody>
      </p:sp>
      <p:sp>
        <p:nvSpPr>
          <p:cNvPr id="287" name="TextBox 6"/>
          <p:cNvSpPr/>
          <p:nvPr/>
        </p:nvSpPr>
        <p:spPr>
          <a:xfrm>
            <a:off x="6211440" y="6490440"/>
            <a:ext cx="4419360" cy="333360"/>
          </a:xfrm>
          <a:prstGeom prst="rect">
            <a:avLst/>
          </a:prstGeom>
          <a:noFill/>
          <a:ln w="0">
            <a:noFill/>
          </a:ln>
        </p:spPr>
        <p:style>
          <a:lnRef idx="0"/>
          <a:fillRef idx="0"/>
          <a:effectRef idx="0"/>
          <a:fontRef idx="minor"/>
        </p:style>
        <p:txBody>
          <a:bodyPr lIns="90000" rIns="90000" tIns="45000" bIns="45000" anchor="t">
            <a:spAutoFit/>
          </a:bodyPr>
          <a:p>
            <a:pPr algn="just" defTabSz="914400">
              <a:lnSpc>
                <a:spcPct val="100000"/>
              </a:lnSpc>
            </a:pPr>
            <a:r>
              <a:rPr b="1" lang="en-US" sz="1600" spc="-1" strike="noStrike">
                <a:solidFill>
                  <a:schemeClr val="dk1"/>
                </a:solidFill>
                <a:latin typeface="Mulish"/>
              </a:rPr>
              <a:t>Next Page</a:t>
            </a:r>
            <a:r>
              <a:rPr b="0" lang="en-IN" sz="1600" spc="-1" strike="noStrike">
                <a:solidFill>
                  <a:schemeClr val="dk1"/>
                </a:solidFill>
                <a:latin typeface="Mulish"/>
              </a:rPr>
              <a:t>. </a:t>
            </a:r>
            <a:endParaRPr b="0" lang="en-IN" sz="16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88" name="PlaceHolder 1"/>
          <p:cNvSpPr>
            <a:spLocks noGrp="1"/>
          </p:cNvSpPr>
          <p:nvPr>
            <p:ph/>
          </p:nvPr>
        </p:nvSpPr>
        <p:spPr>
          <a:xfrm>
            <a:off x="125280" y="216000"/>
            <a:ext cx="11683800" cy="493200"/>
          </a:xfrm>
          <a:prstGeom prst="rect">
            <a:avLst/>
          </a:prstGeom>
          <a:noFill/>
          <a:ln w="0">
            <a:noFill/>
          </a:ln>
        </p:spPr>
        <p:txBody>
          <a:bodyPr lIns="91440" rIns="91440" tIns="45720" bIns="45720" anchor="t">
            <a:noAutofit/>
          </a:bodyPr>
          <a:p>
            <a:pPr indent="0" defTabSz="914400">
              <a:lnSpc>
                <a:spcPct val="100000"/>
              </a:lnSpc>
              <a:spcBef>
                <a:spcPts val="479"/>
              </a:spcBef>
              <a:buNone/>
              <a:tabLst>
                <a:tab algn="l" pos="0"/>
              </a:tabLst>
            </a:pPr>
            <a:r>
              <a:rPr b="1" lang="en-US" sz="2400" spc="-1" strike="noStrike">
                <a:solidFill>
                  <a:srgbClr val="97281d"/>
                </a:solidFill>
                <a:latin typeface="Mulish"/>
              </a:rPr>
              <a:t>Encryption/Decryption - Asymmetric</a:t>
            </a:r>
            <a:endParaRPr b="0" lang="en-US" sz="2400" spc="-1" strike="noStrike">
              <a:solidFill>
                <a:schemeClr val="dk1"/>
              </a:solidFill>
              <a:latin typeface="Zurich BT"/>
            </a:endParaRPr>
          </a:p>
        </p:txBody>
      </p:sp>
      <p:sp>
        <p:nvSpPr>
          <p:cNvPr id="289" name="PlaceHolder 2"/>
          <p:cNvSpPr>
            <a:spLocks noGrp="1"/>
          </p:cNvSpPr>
          <p:nvPr>
            <p:ph type="sldNum" idx="39"/>
          </p:nvPr>
        </p:nvSpPr>
        <p:spPr>
          <a:xfrm>
            <a:off x="11199960" y="6339240"/>
            <a:ext cx="609120" cy="365760"/>
          </a:xfrm>
          <a:prstGeom prst="rect">
            <a:avLst/>
          </a:prstGeom>
          <a:noFill/>
          <a:ln w="0">
            <a:noFill/>
          </a:ln>
        </p:spPr>
        <p:txBody>
          <a:bodyPr lIns="91440" rIns="91440" tIns="45720" bIns="45720" anchor="ctr">
            <a:noAutofit/>
          </a:bodyPr>
          <a:lstStyle>
            <a:lvl1pPr indent="0" algn="r" defTabSz="914400">
              <a:lnSpc>
                <a:spcPct val="100000"/>
              </a:lnSpc>
              <a:buNone/>
              <a:defRPr b="0" lang="en-US" sz="1200" spc="-1" strike="noStrike">
                <a:solidFill>
                  <a:srgbClr val="1f497d"/>
                </a:solidFill>
                <a:latin typeface="Zurich Lt BT"/>
              </a:defRPr>
            </a:lvl1pPr>
          </a:lstStyle>
          <a:p>
            <a:pPr indent="0" algn="r" defTabSz="914400">
              <a:lnSpc>
                <a:spcPct val="100000"/>
              </a:lnSpc>
              <a:buNone/>
            </a:pPr>
            <a:fld id="{9BF2F07D-681B-41B9-978C-9F61E1A21174}" type="slidenum">
              <a:rPr b="0" lang="en-US" sz="1200" spc="-1" strike="noStrike">
                <a:solidFill>
                  <a:srgbClr val="1f497d"/>
                </a:solidFill>
                <a:latin typeface="Zurich Lt BT"/>
              </a:rPr>
              <a:t>&lt;number&gt;</a:t>
            </a:fld>
            <a:endParaRPr b="0" lang="en-IN" sz="1200" spc="-1" strike="noStrike">
              <a:solidFill>
                <a:srgbClr val="000000"/>
              </a:solidFill>
              <a:latin typeface="Times New Roman"/>
            </a:endParaRPr>
          </a:p>
        </p:txBody>
      </p:sp>
      <p:sp>
        <p:nvSpPr>
          <p:cNvPr id="290" name="TextBox 4"/>
          <p:cNvSpPr/>
          <p:nvPr/>
        </p:nvSpPr>
        <p:spPr>
          <a:xfrm>
            <a:off x="684360" y="2065320"/>
            <a:ext cx="10994400" cy="1735560"/>
          </a:xfrm>
          <a:prstGeom prst="rect">
            <a:avLst/>
          </a:prstGeom>
          <a:solidFill>
            <a:srgbClr val="ffffff"/>
          </a:solidFill>
          <a:ln>
            <a:solidFill>
              <a:srgbClr val="e77817"/>
            </a:solidFill>
            <a:round/>
          </a:ln>
        </p:spPr>
        <p:style>
          <a:lnRef idx="2">
            <a:schemeClr val="accent1"/>
          </a:lnRef>
          <a:fillRef idx="1">
            <a:schemeClr val="lt1"/>
          </a:fillRef>
          <a:effectRef idx="0">
            <a:schemeClr val="accent1"/>
          </a:effectRef>
          <a:fontRef idx="minor"/>
        </p:style>
        <p:txBody>
          <a:bodyPr lIns="90000" rIns="90000" tIns="45000" bIns="45000" anchor="t">
            <a:spAutoFit/>
          </a:bodyPr>
          <a:p>
            <a:pPr defTabSz="914400">
              <a:lnSpc>
                <a:spcPct val="100000"/>
              </a:lnSpc>
            </a:pPr>
            <a:endParaRPr b="0" lang="en-IN" sz="1200" spc="-1" strike="noStrike">
              <a:solidFill>
                <a:srgbClr val="000000"/>
              </a:solidFill>
              <a:latin typeface="Arial"/>
            </a:endParaRPr>
          </a:p>
          <a:p>
            <a:pPr algn="just" defTabSz="914400">
              <a:lnSpc>
                <a:spcPct val="100000"/>
              </a:lnSpc>
            </a:pPr>
            <a:r>
              <a:rPr b="0" lang="en-IN" sz="1200" spc="-1" strike="noStrike">
                <a:solidFill>
                  <a:schemeClr val="dk1"/>
                </a:solidFill>
                <a:latin typeface="Mulish"/>
              </a:rPr>
              <a:t>0G5mU1JJNBuwQaSLKb3wfRZks/cTV02yBNNuqjNHDWEC144W×C8iKqBpJAgq7reFKC4sHNUmNPRDya1AvmQ7x1L+3EAdEs9FEWNurZuWTvZpk4y7JrGhg0rz9KptBf+JfJUkSMo7NR3Saxel6EYtckkDr3AGW7WJZmhcEoAMMXRws/hLVmaNHC/nOjCNqqBd4100AzdJh/HADRVI+YAJKT8dE4x9NTI+UX1zA00Whza+TsWEHfxzQla7zai7WSa/wiJD3uD7mk5vT1WY/fKJBquCuzM7135vigDhmb7dLVLuX8VMiNQrtErWNIOuVaag1jg+uZUtyDSxjPFi5yEpKVVc7+T5031DnCvkCFDygqasDsPL24qOjYk4XavTZvwGuPAdYNNkL2VEIEhg42S2ye+fa/8fZiMt/3fwYeN9dgn9i5R6VOFbXSuZJYPSci9k0oqz73h1nzFtps60rUEDoGIkGvm9waJU3W78VH5mldGfGwJjiKlu/Hmi/huzEX9v4w3mW7RDGgmOuKImkqki +yo </a:t>
            </a:r>
            <a:endParaRPr b="0" lang="en-IN" sz="1200" spc="-1" strike="noStrike">
              <a:solidFill>
                <a:srgbClr val="000000"/>
              </a:solidFill>
              <a:latin typeface="Arial"/>
            </a:endParaRPr>
          </a:p>
          <a:p>
            <a:pPr defTabSz="914400">
              <a:lnSpc>
                <a:spcPct val="100000"/>
              </a:lnSpc>
            </a:pPr>
            <a:endParaRPr b="0" lang="en-IN" sz="1200" spc="-1" strike="noStrike">
              <a:solidFill>
                <a:srgbClr val="000000"/>
              </a:solidFill>
              <a:latin typeface="Arial"/>
            </a:endParaRPr>
          </a:p>
        </p:txBody>
      </p:sp>
      <p:sp>
        <p:nvSpPr>
          <p:cNvPr id="291" name="TextBox 5"/>
          <p:cNvSpPr/>
          <p:nvPr/>
        </p:nvSpPr>
        <p:spPr>
          <a:xfrm>
            <a:off x="307800" y="904680"/>
            <a:ext cx="9295920" cy="988920"/>
          </a:xfrm>
          <a:prstGeom prst="rect">
            <a:avLst/>
          </a:prstGeom>
          <a:noFill/>
          <a:ln w="0">
            <a:noFill/>
          </a:ln>
        </p:spPr>
        <p:style>
          <a:lnRef idx="0"/>
          <a:fillRef idx="0"/>
          <a:effectRef idx="0"/>
          <a:fontRef idx="minor"/>
        </p:style>
        <p:txBody>
          <a:bodyPr lIns="90000" rIns="90000" tIns="45000" bIns="45000" anchor="t">
            <a:spAutoFit/>
          </a:bodyPr>
          <a:p>
            <a:pPr marL="343080" indent="-343080" defTabSz="914400">
              <a:lnSpc>
                <a:spcPct val="100000"/>
              </a:lnSpc>
              <a:buClr>
                <a:srgbClr val="000000"/>
              </a:buClr>
              <a:buFont typeface="Wingdings" charset="2"/>
              <a:buChar char=""/>
            </a:pPr>
            <a:r>
              <a:rPr b="0" lang="en-IN" sz="2000" spc="-1" strike="noStrike">
                <a:solidFill>
                  <a:schemeClr val="dk1"/>
                </a:solidFill>
                <a:latin typeface="Mulish"/>
              </a:rPr>
              <a:t>content-type will be in text/plain</a:t>
            </a:r>
            <a:endParaRPr b="0" lang="en-IN" sz="2000" spc="-1" strike="noStrike">
              <a:solidFill>
                <a:srgbClr val="000000"/>
              </a:solidFill>
              <a:latin typeface="Arial"/>
            </a:endParaRPr>
          </a:p>
          <a:p>
            <a:pPr marL="343080" indent="-343080" defTabSz="914400">
              <a:lnSpc>
                <a:spcPct val="100000"/>
              </a:lnSpc>
              <a:buClr>
                <a:srgbClr val="000000"/>
              </a:buClr>
              <a:buFont typeface="Wingdings" charset="2"/>
              <a:buChar char=""/>
            </a:pPr>
            <a:r>
              <a:rPr b="0" lang="en-IN" sz="2000" spc="-1" strike="noStrike">
                <a:solidFill>
                  <a:schemeClr val="dk1"/>
                </a:solidFill>
                <a:latin typeface="Mulish"/>
              </a:rPr>
              <a:t>Base64 encoded encrypted Cipher will be passed as a payload. </a:t>
            </a:r>
            <a:endParaRPr b="0" lang="en-IN" sz="2000" spc="-1" strike="noStrike">
              <a:solidFill>
                <a:srgbClr val="000000"/>
              </a:solidFill>
              <a:latin typeface="Arial"/>
            </a:endParaRPr>
          </a:p>
          <a:p>
            <a:pPr defTabSz="914400">
              <a:lnSpc>
                <a:spcPct val="100000"/>
              </a:lnSpc>
            </a:pPr>
            <a:endParaRPr b="0" lang="en-IN" sz="1900" spc="-1" strike="noStrike">
              <a:solidFill>
                <a:srgbClr val="000000"/>
              </a:solidFill>
              <a:latin typeface="Arial"/>
            </a:endParaRPr>
          </a:p>
        </p:txBody>
      </p:sp>
      <p:sp>
        <p:nvSpPr>
          <p:cNvPr id="292" name="Rounded Rectangle 6"/>
          <p:cNvSpPr/>
          <p:nvPr/>
        </p:nvSpPr>
        <p:spPr>
          <a:xfrm>
            <a:off x="4606920" y="1828800"/>
            <a:ext cx="2059920" cy="291240"/>
          </a:xfrm>
          <a:prstGeom prst="roundRect">
            <a:avLst>
              <a:gd name="adj" fmla="val 16667"/>
            </a:avLst>
          </a:prstGeom>
          <a:gradFill rotWithShape="0">
            <a:gsLst>
              <a:gs pos="0">
                <a:srgbClr val="bd5800"/>
              </a:gs>
              <a:gs pos="80000">
                <a:srgbClr val="f57300"/>
              </a:gs>
              <a:gs pos="100000">
                <a:srgbClr val="f67200"/>
              </a:gs>
            </a:gsLst>
            <a:lin ang="16200000"/>
          </a:gradFill>
          <a:ln w="0">
            <a:noFill/>
          </a:ln>
          <a:effectLst>
            <a:outerShdw blurRad="39960" dir="5400000" dist="23040" rotWithShape="0">
              <a:srgbClr val="000000">
                <a:alpha val="35000"/>
              </a:srgbClr>
            </a:outerShdw>
          </a:effectLst>
        </p:spPr>
        <p:style>
          <a:lnRef idx="0">
            <a:schemeClr val="accent1"/>
          </a:lnRef>
          <a:fillRef idx="3">
            <a:schemeClr val="accent1"/>
          </a:fillRef>
          <a:effectRef idx="3">
            <a:schemeClr val="accent1"/>
          </a:effectRef>
          <a:fontRef idx="minor"/>
        </p:style>
        <p:txBody>
          <a:bodyPr lIns="90000" rIns="90000" tIns="45000" bIns="45000" anchor="ctr">
            <a:noAutofit/>
          </a:bodyPr>
          <a:p>
            <a:pPr algn="ctr" defTabSz="914400">
              <a:lnSpc>
                <a:spcPct val="100000"/>
              </a:lnSpc>
            </a:pPr>
            <a:r>
              <a:rPr b="0" lang="en-US" sz="1900" spc="-1" strike="noStrike">
                <a:solidFill>
                  <a:schemeClr val="lt1"/>
                </a:solidFill>
                <a:latin typeface="Zurich BT"/>
              </a:rPr>
              <a:t>Sample Payload</a:t>
            </a:r>
            <a:endParaRPr b="0" lang="en-IN" sz="1900" spc="-1" strike="noStrike">
              <a:solidFill>
                <a:srgbClr val="000000"/>
              </a:solidFill>
              <a:latin typeface="Arial"/>
            </a:endParaRPr>
          </a:p>
        </p:txBody>
      </p:sp>
      <p:sp>
        <p:nvSpPr>
          <p:cNvPr id="293" name="Rounded Rectangle 2"/>
          <p:cNvSpPr/>
          <p:nvPr/>
        </p:nvSpPr>
        <p:spPr>
          <a:xfrm>
            <a:off x="3198960" y="3733920"/>
            <a:ext cx="914040" cy="2679840"/>
          </a:xfrm>
          <a:prstGeom prst="roundRect">
            <a:avLst>
              <a:gd name="adj" fmla="val 16667"/>
            </a:avLst>
          </a:prstGeom>
          <a:gradFill rotWithShape="0">
            <a:gsLst>
              <a:gs pos="0">
                <a:srgbClr val="7e1309"/>
              </a:gs>
              <a:gs pos="80000">
                <a:srgbClr val="a4180b"/>
              </a:gs>
              <a:gs pos="100000">
                <a:srgbClr val="a61609"/>
              </a:gs>
            </a:gsLst>
            <a:lin ang="16200000"/>
          </a:gradFill>
          <a:ln w="0">
            <a:noFill/>
          </a:ln>
          <a:effectLst>
            <a:outerShdw blurRad="39960" dir="5400000" dist="23040" rotWithShape="0">
              <a:srgbClr val="000000">
                <a:alpha val="35000"/>
              </a:srgbClr>
            </a:outerShdw>
          </a:effectLst>
        </p:spPr>
        <p:style>
          <a:lnRef idx="0">
            <a:schemeClr val="accent2"/>
          </a:lnRef>
          <a:fillRef idx="3">
            <a:schemeClr val="accent2"/>
          </a:fillRef>
          <a:effectRef idx="3">
            <a:schemeClr val="accent2"/>
          </a:effectRef>
          <a:fontRef idx="minor"/>
        </p:style>
        <p:txBody>
          <a:bodyPr lIns="90000" rIns="90000" tIns="45000" bIns="45000" anchor="ctr">
            <a:noAutofit/>
          </a:bodyPr>
          <a:p>
            <a:pPr algn="ctr" defTabSz="914400">
              <a:lnSpc>
                <a:spcPct val="100000"/>
              </a:lnSpc>
            </a:pPr>
            <a:r>
              <a:rPr b="0" lang="en-US" sz="1600" spc="-1" strike="noStrike">
                <a:solidFill>
                  <a:schemeClr val="lt1"/>
                </a:solidFill>
                <a:latin typeface="Mulish"/>
              </a:rPr>
              <a:t>Client Server</a:t>
            </a:r>
            <a:endParaRPr b="0" lang="en-IN" sz="1600" spc="-1" strike="noStrike">
              <a:solidFill>
                <a:srgbClr val="000000"/>
              </a:solidFill>
              <a:latin typeface="Arial"/>
            </a:endParaRPr>
          </a:p>
        </p:txBody>
      </p:sp>
      <p:pic>
        <p:nvPicPr>
          <p:cNvPr id="294" name="Picture 7" descr="cid:image004.jpg@01D5B031.AEE75560"/>
          <p:cNvPicPr/>
          <p:nvPr/>
        </p:nvPicPr>
        <p:blipFill>
          <a:blip r:embed="rId1"/>
          <a:srcRect l="0" t="21970" r="87058" b="32459"/>
          <a:stretch/>
        </p:blipFill>
        <p:spPr>
          <a:xfrm>
            <a:off x="367920" y="4177440"/>
            <a:ext cx="1392120" cy="1066320"/>
          </a:xfrm>
          <a:prstGeom prst="rect">
            <a:avLst/>
          </a:prstGeom>
          <a:ln w="0">
            <a:noFill/>
          </a:ln>
        </p:spPr>
      </p:pic>
      <p:pic>
        <p:nvPicPr>
          <p:cNvPr id="295" name="Picture 7" descr="cid:image004.jpg@01D5B031.AEE75560"/>
          <p:cNvPicPr/>
          <p:nvPr/>
        </p:nvPicPr>
        <p:blipFill>
          <a:blip r:embed="rId2"/>
          <a:srcRect l="74357" t="7583" r="15023" b="27356"/>
          <a:stretch/>
        </p:blipFill>
        <p:spPr>
          <a:xfrm>
            <a:off x="10535760" y="4155480"/>
            <a:ext cx="1142640" cy="1523520"/>
          </a:xfrm>
          <a:prstGeom prst="rect">
            <a:avLst/>
          </a:prstGeom>
          <a:ln w="0">
            <a:noFill/>
          </a:ln>
        </p:spPr>
      </p:pic>
      <p:sp>
        <p:nvSpPr>
          <p:cNvPr id="296" name="Rounded Rectangle 11"/>
          <p:cNvSpPr/>
          <p:nvPr/>
        </p:nvSpPr>
        <p:spPr>
          <a:xfrm>
            <a:off x="7917120" y="3733920"/>
            <a:ext cx="914040" cy="2679840"/>
          </a:xfrm>
          <a:prstGeom prst="roundRect">
            <a:avLst>
              <a:gd name="adj" fmla="val 16667"/>
            </a:avLst>
          </a:prstGeom>
          <a:gradFill rotWithShape="0">
            <a:gsLst>
              <a:gs pos="0">
                <a:srgbClr val="7e1309"/>
              </a:gs>
              <a:gs pos="80000">
                <a:srgbClr val="a4180b"/>
              </a:gs>
              <a:gs pos="100000">
                <a:srgbClr val="a61609"/>
              </a:gs>
            </a:gsLst>
            <a:lin ang="16200000"/>
          </a:gradFill>
          <a:ln w="0">
            <a:noFill/>
          </a:ln>
          <a:effectLst>
            <a:outerShdw blurRad="39960" dir="5400000" dist="23040" rotWithShape="0">
              <a:srgbClr val="000000">
                <a:alpha val="35000"/>
              </a:srgbClr>
            </a:outerShdw>
          </a:effectLst>
        </p:spPr>
        <p:style>
          <a:lnRef idx="0">
            <a:schemeClr val="accent2"/>
          </a:lnRef>
          <a:fillRef idx="3">
            <a:schemeClr val="accent2"/>
          </a:fillRef>
          <a:effectRef idx="3">
            <a:schemeClr val="accent2"/>
          </a:effectRef>
          <a:fontRef idx="minor"/>
        </p:style>
        <p:txBody>
          <a:bodyPr lIns="90000" rIns="90000" tIns="45000" bIns="45000" anchor="ctr">
            <a:noAutofit/>
          </a:bodyPr>
          <a:p>
            <a:pPr algn="ctr" defTabSz="914400">
              <a:lnSpc>
                <a:spcPct val="100000"/>
              </a:lnSpc>
            </a:pPr>
            <a:r>
              <a:rPr b="0" lang="en-US" sz="1600" spc="-1" strike="noStrike">
                <a:solidFill>
                  <a:schemeClr val="lt1"/>
                </a:solidFill>
                <a:latin typeface="Mulish"/>
              </a:rPr>
              <a:t>ICICI Banks Server</a:t>
            </a:r>
            <a:endParaRPr b="0" lang="en-IN" sz="1600" spc="-1" strike="noStrike">
              <a:solidFill>
                <a:srgbClr val="000000"/>
              </a:solidFill>
              <a:latin typeface="Arial"/>
            </a:endParaRPr>
          </a:p>
        </p:txBody>
      </p:sp>
      <p:sp>
        <p:nvSpPr>
          <p:cNvPr id="297" name="Right Arrow 12"/>
          <p:cNvSpPr/>
          <p:nvPr/>
        </p:nvSpPr>
        <p:spPr>
          <a:xfrm>
            <a:off x="4265640" y="3978360"/>
            <a:ext cx="1294920" cy="380520"/>
          </a:xfrm>
          <a:prstGeom prst="rightArrow">
            <a:avLst>
              <a:gd name="adj1" fmla="val 50000"/>
              <a:gd name="adj2" fmla="val 50000"/>
            </a:avLst>
          </a:prstGeom>
          <a:solidFill>
            <a:srgbClr val="e77817"/>
          </a:solidFill>
          <a:ln>
            <a:solidFill>
              <a:srgbClr val="aa5810"/>
            </a:solidFill>
            <a:round/>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r>
              <a:rPr b="0" lang="en-US" sz="1600" spc="-1" strike="noStrike">
                <a:solidFill>
                  <a:schemeClr val="lt1"/>
                </a:solidFill>
                <a:latin typeface="Mulish"/>
              </a:rPr>
              <a:t>Request</a:t>
            </a:r>
            <a:endParaRPr b="0" lang="en-IN" sz="1600" spc="-1" strike="noStrike">
              <a:solidFill>
                <a:srgbClr val="ffffff"/>
              </a:solidFill>
              <a:latin typeface="Arial"/>
            </a:endParaRPr>
          </a:p>
        </p:txBody>
      </p:sp>
      <p:sp>
        <p:nvSpPr>
          <p:cNvPr id="298" name="TextBox 13"/>
          <p:cNvSpPr/>
          <p:nvPr/>
        </p:nvSpPr>
        <p:spPr>
          <a:xfrm>
            <a:off x="4303800" y="3777480"/>
            <a:ext cx="1752120" cy="303120"/>
          </a:xfrm>
          <a:prstGeom prst="rect">
            <a:avLst/>
          </a:prstGeom>
          <a:noFill/>
          <a:ln w="0">
            <a:noFill/>
          </a:ln>
        </p:spPr>
        <p:style>
          <a:lnRef idx="0"/>
          <a:fillRef idx="0"/>
          <a:effectRef idx="0"/>
          <a:fontRef idx="minor"/>
        </p:style>
        <p:txBody>
          <a:bodyPr lIns="90000" rIns="90000" tIns="45000" bIns="45000" anchor="t">
            <a:spAutoFit/>
          </a:bodyPr>
          <a:p>
            <a:pPr defTabSz="914400">
              <a:lnSpc>
                <a:spcPct val="100000"/>
              </a:lnSpc>
            </a:pPr>
            <a:r>
              <a:rPr b="1" lang="en-US" sz="1400" spc="-1" strike="noStrike" u="sng">
                <a:solidFill>
                  <a:schemeClr val="dk1"/>
                </a:solidFill>
                <a:uFillTx/>
                <a:latin typeface="Mulish"/>
              </a:rPr>
              <a:t>Encrypted</a:t>
            </a:r>
            <a:endParaRPr b="0" lang="en-IN" sz="1400" spc="-1" strike="noStrike">
              <a:solidFill>
                <a:srgbClr val="000000"/>
              </a:solidFill>
              <a:latin typeface="Arial"/>
            </a:endParaRPr>
          </a:p>
        </p:txBody>
      </p:sp>
      <p:sp>
        <p:nvSpPr>
          <p:cNvPr id="299" name="Rectangle 14"/>
          <p:cNvSpPr/>
          <p:nvPr/>
        </p:nvSpPr>
        <p:spPr>
          <a:xfrm>
            <a:off x="4111200" y="4357800"/>
            <a:ext cx="2357640" cy="821160"/>
          </a:xfrm>
          <a:prstGeom prst="rect">
            <a:avLst/>
          </a:prstGeom>
          <a:noFill/>
          <a:ln w="0">
            <a:noFill/>
          </a:ln>
        </p:spPr>
        <p:style>
          <a:lnRef idx="0"/>
          <a:fillRef idx="0"/>
          <a:effectRef idx="0"/>
          <a:fontRef idx="minor"/>
        </p:style>
        <p:txBody>
          <a:bodyPr lIns="90000" rIns="90000" tIns="45000" bIns="45000" anchor="t">
            <a:spAutoFit/>
          </a:bodyPr>
          <a:p>
            <a:pPr defTabSz="914400">
              <a:lnSpc>
                <a:spcPct val="100000"/>
              </a:lnSpc>
            </a:pPr>
            <a:r>
              <a:rPr b="1" lang="en-IN" sz="1200" spc="-1" strike="noStrike">
                <a:solidFill>
                  <a:schemeClr val="dk1"/>
                </a:solidFill>
                <a:latin typeface="Mulish"/>
              </a:rPr>
              <a:t>Encrypted_Payload = Base64Encode(RSA/ECB/PKCS1Encryption(payload,ICICIPubKey.cer)) </a:t>
            </a:r>
            <a:endParaRPr b="0" lang="en-IN" sz="1200" spc="-1" strike="noStrike">
              <a:solidFill>
                <a:srgbClr val="000000"/>
              </a:solidFill>
              <a:latin typeface="Arial"/>
            </a:endParaRPr>
          </a:p>
        </p:txBody>
      </p:sp>
      <p:sp>
        <p:nvSpPr>
          <p:cNvPr id="300" name="Right Arrow 15"/>
          <p:cNvSpPr/>
          <p:nvPr/>
        </p:nvSpPr>
        <p:spPr>
          <a:xfrm>
            <a:off x="8902440" y="4006080"/>
            <a:ext cx="1294920" cy="380520"/>
          </a:xfrm>
          <a:prstGeom prst="rightArrow">
            <a:avLst>
              <a:gd name="adj1" fmla="val 50000"/>
              <a:gd name="adj2" fmla="val 50000"/>
            </a:avLst>
          </a:prstGeom>
          <a:solidFill>
            <a:srgbClr val="e77817"/>
          </a:solidFill>
          <a:ln>
            <a:solidFill>
              <a:srgbClr val="aa5810"/>
            </a:solidFill>
            <a:round/>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r>
              <a:rPr b="0" lang="en-US" sz="1600" spc="-1" strike="noStrike">
                <a:solidFill>
                  <a:schemeClr val="lt1"/>
                </a:solidFill>
                <a:latin typeface="Mulish"/>
              </a:rPr>
              <a:t>Request</a:t>
            </a:r>
            <a:endParaRPr b="0" lang="en-IN" sz="1600" spc="-1" strike="noStrike">
              <a:solidFill>
                <a:srgbClr val="ffffff"/>
              </a:solidFill>
              <a:latin typeface="Arial"/>
            </a:endParaRPr>
          </a:p>
        </p:txBody>
      </p:sp>
      <p:sp>
        <p:nvSpPr>
          <p:cNvPr id="301" name="TextBox 16"/>
          <p:cNvSpPr/>
          <p:nvPr/>
        </p:nvSpPr>
        <p:spPr>
          <a:xfrm>
            <a:off x="8902440" y="3782880"/>
            <a:ext cx="1752120" cy="303120"/>
          </a:xfrm>
          <a:prstGeom prst="rect">
            <a:avLst/>
          </a:prstGeom>
          <a:noFill/>
          <a:ln w="0">
            <a:noFill/>
          </a:ln>
        </p:spPr>
        <p:style>
          <a:lnRef idx="0"/>
          <a:fillRef idx="0"/>
          <a:effectRef idx="0"/>
          <a:fontRef idx="minor"/>
        </p:style>
        <p:txBody>
          <a:bodyPr lIns="90000" rIns="90000" tIns="45000" bIns="45000" anchor="t">
            <a:spAutoFit/>
          </a:bodyPr>
          <a:p>
            <a:pPr defTabSz="914400">
              <a:lnSpc>
                <a:spcPct val="100000"/>
              </a:lnSpc>
            </a:pPr>
            <a:r>
              <a:rPr b="1" lang="en-US" sz="1400" spc="-1" strike="noStrike" u="sng">
                <a:solidFill>
                  <a:schemeClr val="dk1"/>
                </a:solidFill>
                <a:uFillTx/>
                <a:latin typeface="Mulish"/>
              </a:rPr>
              <a:t>Decrypted</a:t>
            </a:r>
            <a:endParaRPr b="0" lang="en-IN" sz="1400" spc="-1" strike="noStrike">
              <a:solidFill>
                <a:srgbClr val="000000"/>
              </a:solidFill>
              <a:latin typeface="Arial"/>
            </a:endParaRPr>
          </a:p>
        </p:txBody>
      </p:sp>
      <p:sp>
        <p:nvSpPr>
          <p:cNvPr id="302" name="Left Arrow 18"/>
          <p:cNvSpPr/>
          <p:nvPr/>
        </p:nvSpPr>
        <p:spPr>
          <a:xfrm>
            <a:off x="6482880" y="5244120"/>
            <a:ext cx="1392120" cy="434880"/>
          </a:xfrm>
          <a:prstGeom prst="leftArrow">
            <a:avLst>
              <a:gd name="adj1" fmla="val 50000"/>
              <a:gd name="adj2" fmla="val 50000"/>
            </a:avLst>
          </a:prstGeom>
          <a:solidFill>
            <a:srgbClr val="e77817"/>
          </a:solidFill>
          <a:ln>
            <a:solidFill>
              <a:srgbClr val="aa5810"/>
            </a:solidFill>
            <a:round/>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r>
              <a:rPr b="0" lang="en-US" sz="1600" spc="-1" strike="noStrike">
                <a:solidFill>
                  <a:schemeClr val="lt1"/>
                </a:solidFill>
                <a:latin typeface="Mulish"/>
              </a:rPr>
              <a:t>Response</a:t>
            </a:r>
            <a:endParaRPr b="0" lang="en-IN" sz="1600" spc="-1" strike="noStrike">
              <a:solidFill>
                <a:srgbClr val="ffffff"/>
              </a:solidFill>
              <a:latin typeface="Arial"/>
            </a:endParaRPr>
          </a:p>
        </p:txBody>
      </p:sp>
      <p:sp>
        <p:nvSpPr>
          <p:cNvPr id="303" name="TextBox 19"/>
          <p:cNvSpPr/>
          <p:nvPr/>
        </p:nvSpPr>
        <p:spPr>
          <a:xfrm>
            <a:off x="6798240" y="5034600"/>
            <a:ext cx="1752120" cy="303120"/>
          </a:xfrm>
          <a:prstGeom prst="rect">
            <a:avLst/>
          </a:prstGeom>
          <a:noFill/>
          <a:ln w="0">
            <a:noFill/>
          </a:ln>
        </p:spPr>
        <p:style>
          <a:lnRef idx="0"/>
          <a:fillRef idx="0"/>
          <a:effectRef idx="0"/>
          <a:fontRef idx="minor"/>
        </p:style>
        <p:txBody>
          <a:bodyPr lIns="90000" rIns="90000" tIns="45000" bIns="45000" anchor="t">
            <a:spAutoFit/>
          </a:bodyPr>
          <a:p>
            <a:pPr defTabSz="914400">
              <a:lnSpc>
                <a:spcPct val="100000"/>
              </a:lnSpc>
            </a:pPr>
            <a:r>
              <a:rPr b="1" lang="en-US" sz="1400" spc="-1" strike="noStrike" u="sng">
                <a:solidFill>
                  <a:schemeClr val="dk1"/>
                </a:solidFill>
                <a:uFillTx/>
                <a:latin typeface="Mulish"/>
              </a:rPr>
              <a:t>Encrypted</a:t>
            </a:r>
            <a:endParaRPr b="0" lang="en-IN" sz="1400" spc="-1" strike="noStrike">
              <a:solidFill>
                <a:srgbClr val="000000"/>
              </a:solidFill>
              <a:latin typeface="Arial"/>
            </a:endParaRPr>
          </a:p>
        </p:txBody>
      </p:sp>
      <p:sp>
        <p:nvSpPr>
          <p:cNvPr id="304" name="Rectangle 20"/>
          <p:cNvSpPr/>
          <p:nvPr/>
        </p:nvSpPr>
        <p:spPr>
          <a:xfrm>
            <a:off x="5452560" y="5658480"/>
            <a:ext cx="2464200" cy="821160"/>
          </a:xfrm>
          <a:prstGeom prst="rect">
            <a:avLst/>
          </a:prstGeom>
          <a:noFill/>
          <a:ln w="0">
            <a:noFill/>
          </a:ln>
        </p:spPr>
        <p:style>
          <a:lnRef idx="0"/>
          <a:fillRef idx="0"/>
          <a:effectRef idx="0"/>
          <a:fontRef idx="minor"/>
        </p:style>
        <p:txBody>
          <a:bodyPr lIns="90000" rIns="90000" tIns="45000" bIns="45000" anchor="t">
            <a:spAutoFit/>
          </a:bodyPr>
          <a:p>
            <a:pPr defTabSz="914400">
              <a:lnSpc>
                <a:spcPct val="100000"/>
              </a:lnSpc>
            </a:pPr>
            <a:r>
              <a:rPr b="1" lang="en-IN" sz="1200" spc="-1" strike="noStrike">
                <a:solidFill>
                  <a:schemeClr val="dk1"/>
                </a:solidFill>
                <a:latin typeface="Mulish"/>
              </a:rPr>
              <a:t>Encrypted_Payload = Base64Encode(RSA/ECB/PKCS1Encryption(payload,ClientPubKey.cer)) </a:t>
            </a:r>
            <a:endParaRPr b="0" lang="en-IN" sz="1200" spc="-1" strike="noStrike">
              <a:solidFill>
                <a:srgbClr val="000000"/>
              </a:solidFill>
              <a:latin typeface="Arial"/>
            </a:endParaRPr>
          </a:p>
        </p:txBody>
      </p:sp>
      <p:sp>
        <p:nvSpPr>
          <p:cNvPr id="305" name="Left Arrow 21"/>
          <p:cNvSpPr/>
          <p:nvPr/>
        </p:nvSpPr>
        <p:spPr>
          <a:xfrm>
            <a:off x="1735200" y="5124960"/>
            <a:ext cx="1392120" cy="434880"/>
          </a:xfrm>
          <a:prstGeom prst="leftArrow">
            <a:avLst>
              <a:gd name="adj1" fmla="val 50000"/>
              <a:gd name="adj2" fmla="val 50000"/>
            </a:avLst>
          </a:prstGeom>
          <a:solidFill>
            <a:srgbClr val="e77817"/>
          </a:solidFill>
          <a:ln>
            <a:solidFill>
              <a:srgbClr val="aa5810"/>
            </a:solidFill>
            <a:round/>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r>
              <a:rPr b="0" lang="en-US" sz="1600" spc="-1" strike="noStrike">
                <a:solidFill>
                  <a:schemeClr val="lt1"/>
                </a:solidFill>
                <a:latin typeface="Mulish"/>
              </a:rPr>
              <a:t>Response</a:t>
            </a:r>
            <a:endParaRPr b="0" lang="en-IN" sz="1600" spc="-1" strike="noStrike">
              <a:solidFill>
                <a:srgbClr val="ffffff"/>
              </a:solidFill>
              <a:latin typeface="Arial"/>
            </a:endParaRPr>
          </a:p>
        </p:txBody>
      </p:sp>
      <p:sp>
        <p:nvSpPr>
          <p:cNvPr id="306" name="TextBox 22"/>
          <p:cNvSpPr/>
          <p:nvPr/>
        </p:nvSpPr>
        <p:spPr>
          <a:xfrm>
            <a:off x="2072520" y="4819320"/>
            <a:ext cx="1752120" cy="303120"/>
          </a:xfrm>
          <a:prstGeom prst="rect">
            <a:avLst/>
          </a:prstGeom>
          <a:noFill/>
          <a:ln w="0">
            <a:noFill/>
          </a:ln>
        </p:spPr>
        <p:style>
          <a:lnRef idx="0"/>
          <a:fillRef idx="0"/>
          <a:effectRef idx="0"/>
          <a:fontRef idx="minor"/>
        </p:style>
        <p:txBody>
          <a:bodyPr lIns="90000" rIns="90000" tIns="45000" bIns="45000" anchor="t">
            <a:spAutoFit/>
          </a:bodyPr>
          <a:p>
            <a:pPr defTabSz="914400">
              <a:lnSpc>
                <a:spcPct val="100000"/>
              </a:lnSpc>
            </a:pPr>
            <a:r>
              <a:rPr b="1" lang="en-US" sz="1400" spc="-1" strike="noStrike" u="sng">
                <a:solidFill>
                  <a:schemeClr val="dk1"/>
                </a:solidFill>
                <a:uFillTx/>
                <a:latin typeface="Mulish"/>
              </a:rPr>
              <a:t>Decrypted</a:t>
            </a:r>
            <a:endParaRPr b="0" lang="en-IN" sz="1400" spc="-1" strike="noStrike">
              <a:solidFill>
                <a:srgbClr val="000000"/>
              </a:solidFill>
              <a:latin typeface="Arial"/>
            </a:endParaRPr>
          </a:p>
        </p:txBody>
      </p:sp>
      <p:sp>
        <p:nvSpPr>
          <p:cNvPr id="307" name="Rectangle 23"/>
          <p:cNvSpPr/>
          <p:nvPr/>
        </p:nvSpPr>
        <p:spPr>
          <a:xfrm>
            <a:off x="1384200" y="5497560"/>
            <a:ext cx="1869840" cy="1004040"/>
          </a:xfrm>
          <a:prstGeom prst="rect">
            <a:avLst/>
          </a:prstGeom>
          <a:noFill/>
          <a:ln w="0">
            <a:noFill/>
          </a:ln>
        </p:spPr>
        <p:style>
          <a:lnRef idx="0"/>
          <a:fillRef idx="0"/>
          <a:effectRef idx="0"/>
          <a:fontRef idx="minor"/>
        </p:style>
        <p:txBody>
          <a:bodyPr lIns="90000" rIns="90000" tIns="45000" bIns="45000" anchor="t">
            <a:spAutoFit/>
          </a:bodyPr>
          <a:p>
            <a:pPr defTabSz="914400">
              <a:lnSpc>
                <a:spcPct val="100000"/>
              </a:lnSpc>
            </a:pPr>
            <a:r>
              <a:rPr b="1" lang="en-IN" sz="1200" spc="-1" strike="noStrike">
                <a:solidFill>
                  <a:schemeClr val="dk1"/>
                </a:solidFill>
                <a:latin typeface="Mulish"/>
              </a:rPr>
              <a:t>plainResponse_ Base64Decode(RSA/ECB/PKCS1Decryption(encPayload, ClientPrivateKey.p12))</a:t>
            </a:r>
            <a:endParaRPr b="0" lang="en-IN" sz="1200" spc="-1" strike="noStrike">
              <a:solidFill>
                <a:srgbClr val="000000"/>
              </a:solidFill>
              <a:latin typeface="Arial"/>
            </a:endParaRPr>
          </a:p>
        </p:txBody>
      </p:sp>
      <p:sp>
        <p:nvSpPr>
          <p:cNvPr id="308" name="TextBox 24"/>
          <p:cNvSpPr/>
          <p:nvPr/>
        </p:nvSpPr>
        <p:spPr>
          <a:xfrm>
            <a:off x="178200" y="4050000"/>
            <a:ext cx="1794600" cy="303120"/>
          </a:xfrm>
          <a:prstGeom prst="rect">
            <a:avLst/>
          </a:prstGeom>
          <a:noFill/>
          <a:ln w="0">
            <a:noFill/>
          </a:ln>
        </p:spPr>
        <p:style>
          <a:lnRef idx="0"/>
          <a:fillRef idx="0"/>
          <a:effectRef idx="0"/>
          <a:fontRef idx="minor"/>
        </p:style>
        <p:txBody>
          <a:bodyPr lIns="90000" rIns="90000" tIns="45000" bIns="45000" anchor="t">
            <a:spAutoFit/>
          </a:bodyPr>
          <a:p>
            <a:pPr defTabSz="914400">
              <a:lnSpc>
                <a:spcPct val="100000"/>
              </a:lnSpc>
            </a:pPr>
            <a:r>
              <a:rPr b="1" lang="en-US" sz="1400" spc="-1" strike="noStrike">
                <a:solidFill>
                  <a:schemeClr val="dk1"/>
                </a:solidFill>
                <a:latin typeface="Mulish"/>
              </a:rPr>
              <a:t>Client Application</a:t>
            </a:r>
            <a:endParaRPr b="0" lang="en-IN" sz="1400" spc="-1" strike="noStrike">
              <a:solidFill>
                <a:srgbClr val="000000"/>
              </a:solidFill>
              <a:latin typeface="Arial"/>
            </a:endParaRPr>
          </a:p>
        </p:txBody>
      </p:sp>
      <p:cxnSp>
        <p:nvCxnSpPr>
          <p:cNvPr id="309" name="Straight Arrow Connector 29"/>
          <p:cNvCxnSpPr/>
          <p:nvPr/>
        </p:nvCxnSpPr>
        <p:spPr>
          <a:xfrm>
            <a:off x="9599400" y="4973040"/>
            <a:ext cx="838440" cy="360"/>
          </a:xfrm>
          <a:prstGeom prst="straightConnector1">
            <a:avLst/>
          </a:prstGeom>
          <a:ln>
            <a:solidFill>
              <a:srgbClr val="000000"/>
            </a:solidFill>
            <a:round/>
            <a:tailEnd len="med" type="triangle" w="med"/>
          </a:ln>
        </p:spPr>
      </p:cxnSp>
      <p:cxnSp>
        <p:nvCxnSpPr>
          <p:cNvPr id="310" name="Straight Arrow Connector 30"/>
          <p:cNvCxnSpPr/>
          <p:nvPr/>
        </p:nvCxnSpPr>
        <p:spPr>
          <a:xfrm flipH="1">
            <a:off x="9599400" y="5332680"/>
            <a:ext cx="800640" cy="360"/>
          </a:xfrm>
          <a:prstGeom prst="straightConnector1">
            <a:avLst/>
          </a:prstGeom>
          <a:ln>
            <a:solidFill>
              <a:srgbClr val="000000"/>
            </a:solidFill>
            <a:round/>
            <a:tailEnd len="med" type="triangle" w="med"/>
          </a:ln>
        </p:spPr>
      </p:cxnSp>
      <p:sp>
        <p:nvSpPr>
          <p:cNvPr id="311" name="Right Arrow 34"/>
          <p:cNvSpPr/>
          <p:nvPr/>
        </p:nvSpPr>
        <p:spPr>
          <a:xfrm>
            <a:off x="1882440" y="4027320"/>
            <a:ext cx="1294920" cy="380520"/>
          </a:xfrm>
          <a:prstGeom prst="rightArrow">
            <a:avLst>
              <a:gd name="adj1" fmla="val 50000"/>
              <a:gd name="adj2" fmla="val 50000"/>
            </a:avLst>
          </a:prstGeom>
          <a:solidFill>
            <a:srgbClr val="e77817"/>
          </a:solidFill>
          <a:ln>
            <a:solidFill>
              <a:srgbClr val="aa5810"/>
            </a:solidFill>
            <a:round/>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r>
              <a:rPr b="0" lang="en-US" sz="1600" spc="-1" strike="noStrike">
                <a:solidFill>
                  <a:schemeClr val="lt1"/>
                </a:solidFill>
                <a:latin typeface="Mulish"/>
              </a:rPr>
              <a:t>Request</a:t>
            </a:r>
            <a:endParaRPr b="0" lang="en-IN" sz="1600" spc="-1" strike="noStrike">
              <a:solidFill>
                <a:srgbClr val="ffffff"/>
              </a:solidFill>
              <a:latin typeface="Arial"/>
            </a:endParaRPr>
          </a:p>
        </p:txBody>
      </p:sp>
    </p:spTree>
  </p:cSld>
  <mc:AlternateContent>
    <mc:Choice Requires="p14">
      <p:transition spd="slow" p14:dur="2000"/>
    </mc:Choice>
    <mc:Fallback>
      <p:transition spd="slow"/>
    </mc:Fallback>
  </mc:AlternateContent>
</p:sld>
</file>

<file path=ppt/slides/slide1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12" name="PlaceHolder 1"/>
          <p:cNvSpPr>
            <a:spLocks noGrp="1"/>
          </p:cNvSpPr>
          <p:nvPr>
            <p:ph/>
          </p:nvPr>
        </p:nvSpPr>
        <p:spPr>
          <a:xfrm>
            <a:off x="125280" y="216000"/>
            <a:ext cx="11683800" cy="493200"/>
          </a:xfrm>
          <a:prstGeom prst="rect">
            <a:avLst/>
          </a:prstGeom>
          <a:noFill/>
          <a:ln w="0">
            <a:noFill/>
          </a:ln>
        </p:spPr>
        <p:txBody>
          <a:bodyPr lIns="91440" rIns="91440" tIns="45720" bIns="45720" anchor="t">
            <a:noAutofit/>
          </a:bodyPr>
          <a:p>
            <a:pPr indent="0" defTabSz="914400">
              <a:lnSpc>
                <a:spcPct val="100000"/>
              </a:lnSpc>
              <a:spcBef>
                <a:spcPts val="479"/>
              </a:spcBef>
              <a:buNone/>
              <a:tabLst>
                <a:tab algn="l" pos="0"/>
              </a:tabLst>
            </a:pPr>
            <a:r>
              <a:rPr b="1" lang="en-US" sz="2400" spc="-1" strike="noStrike">
                <a:solidFill>
                  <a:srgbClr val="97281d"/>
                </a:solidFill>
                <a:latin typeface="Mulish"/>
              </a:rPr>
              <a:t>Mandatory Checkpoints – Merchant CA Signed Certificate </a:t>
            </a:r>
            <a:endParaRPr b="0" lang="en-US" sz="2400" spc="-1" strike="noStrike">
              <a:solidFill>
                <a:schemeClr val="dk1"/>
              </a:solidFill>
              <a:latin typeface="Zurich BT"/>
            </a:endParaRPr>
          </a:p>
        </p:txBody>
      </p:sp>
      <p:sp>
        <p:nvSpPr>
          <p:cNvPr id="313" name="TextBox 4"/>
          <p:cNvSpPr/>
          <p:nvPr/>
        </p:nvSpPr>
        <p:spPr>
          <a:xfrm>
            <a:off x="366840" y="1143000"/>
            <a:ext cx="11201040" cy="4844520"/>
          </a:xfrm>
          <a:prstGeom prst="rect">
            <a:avLst/>
          </a:prstGeom>
          <a:noFill/>
          <a:ln w="0">
            <a:noFill/>
          </a:ln>
        </p:spPr>
        <p:style>
          <a:lnRef idx="0"/>
          <a:fillRef idx="0"/>
          <a:effectRef idx="0"/>
          <a:fontRef idx="minor"/>
        </p:style>
        <p:txBody>
          <a:bodyPr lIns="90000" rIns="90000" tIns="45000" bIns="45000" anchor="t">
            <a:spAutoFit/>
          </a:bodyPr>
          <a:p>
            <a:pPr marL="343080" indent="-343080" defTabSz="914400">
              <a:lnSpc>
                <a:spcPct val="100000"/>
              </a:lnSpc>
              <a:buClr>
                <a:srgbClr val="000000"/>
              </a:buClr>
              <a:buFont typeface="Wingdings" charset="2"/>
              <a:buChar char=""/>
            </a:pPr>
            <a:r>
              <a:rPr b="1" lang="en-US" sz="2400" spc="-1" strike="noStrike">
                <a:solidFill>
                  <a:schemeClr val="dk1"/>
                </a:solidFill>
                <a:latin typeface="Mulish"/>
              </a:rPr>
              <a:t>Certificate should be in </a:t>
            </a:r>
            <a:r>
              <a:rPr b="1" lang="en-US" sz="2400" spc="-1" strike="noStrike">
                <a:solidFill>
                  <a:srgbClr val="1f497d"/>
                </a:solidFill>
                <a:latin typeface="Mulish"/>
              </a:rPr>
              <a:t>.CER </a:t>
            </a:r>
            <a:r>
              <a:rPr b="1" lang="en-US" sz="2400" spc="-1" strike="noStrike">
                <a:solidFill>
                  <a:schemeClr val="dk1"/>
                </a:solidFill>
                <a:latin typeface="Mulish"/>
              </a:rPr>
              <a:t>or </a:t>
            </a:r>
            <a:r>
              <a:rPr b="1" lang="en-US" sz="2400" spc="-1" strike="noStrike">
                <a:solidFill>
                  <a:srgbClr val="1f497d"/>
                </a:solidFill>
                <a:latin typeface="Mulish"/>
              </a:rPr>
              <a:t>.CRT </a:t>
            </a:r>
            <a:r>
              <a:rPr b="1" lang="en-US" sz="2400" spc="-1" strike="noStrike">
                <a:solidFill>
                  <a:schemeClr val="dk1"/>
                </a:solidFill>
                <a:latin typeface="Mulish"/>
              </a:rPr>
              <a:t>format/ extension</a:t>
            </a:r>
            <a:endParaRPr b="0" lang="en-IN" sz="2400" spc="-1" strike="noStrike">
              <a:solidFill>
                <a:srgbClr val="000000"/>
              </a:solidFill>
              <a:latin typeface="Arial"/>
            </a:endParaRPr>
          </a:p>
          <a:p>
            <a:pPr defTabSz="914400">
              <a:lnSpc>
                <a:spcPct val="100000"/>
              </a:lnSpc>
            </a:pPr>
            <a:endParaRPr b="0" lang="en-IN" sz="2400" spc="-1" strike="noStrike">
              <a:solidFill>
                <a:srgbClr val="000000"/>
              </a:solidFill>
              <a:latin typeface="Arial"/>
            </a:endParaRPr>
          </a:p>
          <a:p>
            <a:pPr marL="343080" indent="-343080" defTabSz="914400">
              <a:lnSpc>
                <a:spcPct val="100000"/>
              </a:lnSpc>
              <a:buClr>
                <a:srgbClr val="000000"/>
              </a:buClr>
              <a:buFont typeface="Wingdings" charset="2"/>
              <a:buChar char=""/>
            </a:pPr>
            <a:r>
              <a:rPr b="1" lang="en-US" sz="2400" spc="-1" strike="noStrike">
                <a:solidFill>
                  <a:schemeClr val="dk1"/>
                </a:solidFill>
                <a:latin typeface="Mulish"/>
              </a:rPr>
              <a:t>It should contain certificate provider/ vendor name in </a:t>
            </a:r>
            <a:r>
              <a:rPr b="1" lang="en-US" sz="2400" spc="-1" strike="noStrike">
                <a:solidFill>
                  <a:srgbClr val="1f497d"/>
                </a:solidFill>
                <a:latin typeface="Mulish"/>
              </a:rPr>
              <a:t>“Issued by” </a:t>
            </a:r>
            <a:r>
              <a:rPr b="1" lang="en-US" sz="2400" spc="-1" strike="noStrike">
                <a:solidFill>
                  <a:schemeClr val="dk1"/>
                </a:solidFill>
                <a:latin typeface="Mulish"/>
              </a:rPr>
              <a:t>and Client name in </a:t>
            </a:r>
            <a:r>
              <a:rPr b="1" lang="en-US" sz="2400" spc="-1" strike="noStrike">
                <a:solidFill>
                  <a:srgbClr val="1f497d"/>
                </a:solidFill>
                <a:latin typeface="Mulish"/>
              </a:rPr>
              <a:t>“Issued to”</a:t>
            </a:r>
            <a:endParaRPr b="0" lang="en-IN" sz="2400" spc="-1" strike="noStrike">
              <a:solidFill>
                <a:srgbClr val="000000"/>
              </a:solidFill>
              <a:latin typeface="Arial"/>
            </a:endParaRPr>
          </a:p>
          <a:p>
            <a:pPr defTabSz="914400">
              <a:lnSpc>
                <a:spcPct val="100000"/>
              </a:lnSpc>
            </a:pPr>
            <a:endParaRPr b="0" lang="en-IN" sz="2400" spc="-1" strike="noStrike">
              <a:solidFill>
                <a:srgbClr val="000000"/>
              </a:solidFill>
              <a:latin typeface="Arial"/>
            </a:endParaRPr>
          </a:p>
          <a:p>
            <a:pPr marL="343080" indent="-343080" defTabSz="914400">
              <a:lnSpc>
                <a:spcPct val="100000"/>
              </a:lnSpc>
              <a:buClr>
                <a:srgbClr val="000000"/>
              </a:buClr>
              <a:buFont typeface="Wingdings" charset="2"/>
              <a:buChar char=""/>
            </a:pPr>
            <a:r>
              <a:rPr b="1" lang="en-US" sz="2400" spc="-1" strike="noStrike">
                <a:solidFill>
                  <a:schemeClr val="dk1"/>
                </a:solidFill>
                <a:latin typeface="Mulish"/>
              </a:rPr>
              <a:t>Once opened in text format, details should start with </a:t>
            </a:r>
            <a:r>
              <a:rPr b="1" lang="en-US" sz="2400" spc="-1" strike="noStrike">
                <a:solidFill>
                  <a:srgbClr val="1f497d"/>
                </a:solidFill>
                <a:latin typeface="Mulish"/>
              </a:rPr>
              <a:t>“Begin certificate” </a:t>
            </a:r>
            <a:r>
              <a:rPr b="1" lang="en-US" sz="2400" spc="-1" strike="noStrike">
                <a:solidFill>
                  <a:schemeClr val="dk1"/>
                </a:solidFill>
                <a:latin typeface="Mulish"/>
              </a:rPr>
              <a:t>and </a:t>
            </a:r>
            <a:r>
              <a:rPr b="1" lang="en-US" sz="2400" spc="-1" strike="noStrike">
                <a:solidFill>
                  <a:srgbClr val="1f497d"/>
                </a:solidFill>
                <a:latin typeface="Mulish"/>
              </a:rPr>
              <a:t>“End certificate”</a:t>
            </a:r>
            <a:endParaRPr b="0" lang="en-IN" sz="2400" spc="-1" strike="noStrike">
              <a:solidFill>
                <a:srgbClr val="000000"/>
              </a:solidFill>
              <a:latin typeface="Arial"/>
            </a:endParaRPr>
          </a:p>
          <a:p>
            <a:pPr defTabSz="914400">
              <a:lnSpc>
                <a:spcPct val="100000"/>
              </a:lnSpc>
            </a:pPr>
            <a:endParaRPr b="0" lang="en-IN" sz="2400" spc="-1" strike="noStrike">
              <a:solidFill>
                <a:srgbClr val="000000"/>
              </a:solidFill>
              <a:latin typeface="Arial"/>
            </a:endParaRPr>
          </a:p>
          <a:p>
            <a:pPr marL="343080" indent="-343080" defTabSz="914400">
              <a:lnSpc>
                <a:spcPct val="100000"/>
              </a:lnSpc>
              <a:buClr>
                <a:srgbClr val="000000"/>
              </a:buClr>
              <a:buFont typeface="Wingdings" charset="2"/>
              <a:buChar char=""/>
            </a:pPr>
            <a:r>
              <a:rPr b="1" lang="en-US" sz="2400" spc="-1" strike="noStrike">
                <a:solidFill>
                  <a:schemeClr val="dk1"/>
                </a:solidFill>
                <a:latin typeface="Mulish"/>
              </a:rPr>
              <a:t>Certificate validity should be of </a:t>
            </a:r>
            <a:r>
              <a:rPr b="1" lang="en-US" sz="2400" spc="-1" strike="noStrike">
                <a:solidFill>
                  <a:srgbClr val="1f497d"/>
                </a:solidFill>
                <a:latin typeface="Mulish"/>
              </a:rPr>
              <a:t>1 year</a:t>
            </a:r>
            <a:endParaRPr b="0" lang="en-IN" sz="2400" spc="-1" strike="noStrike">
              <a:solidFill>
                <a:srgbClr val="000000"/>
              </a:solidFill>
              <a:latin typeface="Arial"/>
            </a:endParaRPr>
          </a:p>
          <a:p>
            <a:pPr defTabSz="914400">
              <a:lnSpc>
                <a:spcPct val="100000"/>
              </a:lnSpc>
            </a:pPr>
            <a:endParaRPr b="0" lang="en-IN" sz="2400" spc="-1" strike="noStrike">
              <a:solidFill>
                <a:srgbClr val="000000"/>
              </a:solidFill>
              <a:latin typeface="Arial"/>
            </a:endParaRPr>
          </a:p>
          <a:p>
            <a:pPr marL="343080" indent="-343080" defTabSz="914400">
              <a:lnSpc>
                <a:spcPct val="100000"/>
              </a:lnSpc>
              <a:buClr>
                <a:srgbClr val="000000"/>
              </a:buClr>
              <a:buFont typeface="Wingdings" charset="2"/>
              <a:buChar char=""/>
            </a:pPr>
            <a:r>
              <a:rPr b="1" lang="en-US" sz="2400" spc="-1" strike="noStrike">
                <a:solidFill>
                  <a:schemeClr val="dk1"/>
                </a:solidFill>
                <a:latin typeface="Mulish"/>
              </a:rPr>
              <a:t>Certificate should be given to Client by </a:t>
            </a:r>
            <a:r>
              <a:rPr b="1" lang="en-US" sz="2400" spc="-1" strike="noStrike">
                <a:solidFill>
                  <a:srgbClr val="1f497d"/>
                </a:solidFill>
                <a:latin typeface="Mulish"/>
              </a:rPr>
              <a:t>Certified Authority </a:t>
            </a:r>
            <a:r>
              <a:rPr b="1" lang="en-US" sz="2400" spc="-1" strike="noStrike">
                <a:solidFill>
                  <a:schemeClr val="dk1"/>
                </a:solidFill>
                <a:latin typeface="Mulish"/>
              </a:rPr>
              <a:t>vendors like </a:t>
            </a:r>
            <a:r>
              <a:rPr b="1" lang="en-US" sz="2400" spc="-1" strike="noStrike">
                <a:solidFill>
                  <a:srgbClr val="1f497d"/>
                </a:solidFill>
                <a:latin typeface="Mulish"/>
              </a:rPr>
              <a:t>Go daddy, Amazon AWS, Geotrust, Sectigo etc..</a:t>
            </a:r>
            <a:endParaRPr b="0" lang="en-IN" sz="2400" spc="-1" strike="noStrike">
              <a:solidFill>
                <a:srgbClr val="000000"/>
              </a:solidFill>
              <a:latin typeface="Arial"/>
            </a:endParaRPr>
          </a:p>
          <a:p>
            <a:pPr defTabSz="914400">
              <a:lnSpc>
                <a:spcPct val="100000"/>
              </a:lnSpc>
            </a:pPr>
            <a:endParaRPr b="0" lang="en-IN" sz="24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14" name="PlaceHolder 1"/>
          <p:cNvSpPr>
            <a:spLocks noGrp="1"/>
          </p:cNvSpPr>
          <p:nvPr>
            <p:ph/>
          </p:nvPr>
        </p:nvSpPr>
        <p:spPr>
          <a:xfrm>
            <a:off x="102960" y="151920"/>
            <a:ext cx="11683800" cy="493200"/>
          </a:xfrm>
          <a:prstGeom prst="rect">
            <a:avLst/>
          </a:prstGeom>
          <a:noFill/>
          <a:ln w="0">
            <a:noFill/>
          </a:ln>
        </p:spPr>
        <p:txBody>
          <a:bodyPr lIns="91440" rIns="91440" tIns="45720" bIns="45720" anchor="t">
            <a:noAutofit/>
          </a:bodyPr>
          <a:p>
            <a:pPr indent="0" defTabSz="914400">
              <a:lnSpc>
                <a:spcPct val="100000"/>
              </a:lnSpc>
              <a:spcBef>
                <a:spcPts val="479"/>
              </a:spcBef>
              <a:buNone/>
              <a:tabLst>
                <a:tab algn="l" pos="0"/>
              </a:tabLst>
            </a:pPr>
            <a:r>
              <a:rPr b="1" lang="en-US" sz="2400" spc="-1" strike="noStrike">
                <a:solidFill>
                  <a:srgbClr val="97281d"/>
                </a:solidFill>
                <a:latin typeface="Mulish"/>
              </a:rPr>
              <a:t>Mandatory Checkpoints – Merchant CA Signed Certificate </a:t>
            </a:r>
            <a:endParaRPr b="0" lang="en-US" sz="2400" spc="-1" strike="noStrike">
              <a:solidFill>
                <a:schemeClr val="dk1"/>
              </a:solidFill>
              <a:latin typeface="Zurich BT"/>
            </a:endParaRPr>
          </a:p>
        </p:txBody>
      </p:sp>
      <p:sp>
        <p:nvSpPr>
          <p:cNvPr id="315" name="PlaceHolder 2"/>
          <p:cNvSpPr>
            <a:spLocks noGrp="1"/>
          </p:cNvSpPr>
          <p:nvPr>
            <p:ph type="sldNum" idx="40"/>
          </p:nvPr>
        </p:nvSpPr>
        <p:spPr>
          <a:xfrm>
            <a:off x="11199960" y="6415560"/>
            <a:ext cx="609120" cy="365760"/>
          </a:xfrm>
          <a:prstGeom prst="rect">
            <a:avLst/>
          </a:prstGeom>
          <a:noFill/>
          <a:ln w="0">
            <a:noFill/>
          </a:ln>
        </p:spPr>
        <p:txBody>
          <a:bodyPr lIns="91440" rIns="91440" tIns="45720" bIns="45720" anchor="ctr">
            <a:noAutofit/>
          </a:bodyPr>
          <a:lstStyle>
            <a:lvl1pPr indent="0" algn="r" defTabSz="914400">
              <a:lnSpc>
                <a:spcPct val="100000"/>
              </a:lnSpc>
              <a:buNone/>
              <a:defRPr b="0" lang="en-US" sz="1200" spc="-1" strike="noStrike">
                <a:solidFill>
                  <a:srgbClr val="1f497d"/>
                </a:solidFill>
                <a:latin typeface="Zurich Lt BT"/>
              </a:defRPr>
            </a:lvl1pPr>
          </a:lstStyle>
          <a:p>
            <a:pPr indent="0" algn="r" defTabSz="914400">
              <a:lnSpc>
                <a:spcPct val="100000"/>
              </a:lnSpc>
              <a:buNone/>
            </a:pPr>
            <a:fld id="{7CE4F74F-8A54-444E-B334-60591EB7CEDB}" type="slidenum">
              <a:rPr b="0" lang="en-US" sz="1200" spc="-1" strike="noStrike">
                <a:solidFill>
                  <a:srgbClr val="1f497d"/>
                </a:solidFill>
                <a:latin typeface="Zurich Lt BT"/>
              </a:rPr>
              <a:t>&lt;number&gt;</a:t>
            </a:fld>
            <a:endParaRPr b="0" lang="en-IN" sz="1200" spc="-1" strike="noStrike">
              <a:solidFill>
                <a:srgbClr val="000000"/>
              </a:solidFill>
              <a:latin typeface="Times New Roman"/>
            </a:endParaRPr>
          </a:p>
        </p:txBody>
      </p:sp>
      <p:pic>
        <p:nvPicPr>
          <p:cNvPr id="316" name="Picture 9" descr=""/>
          <p:cNvPicPr/>
          <p:nvPr/>
        </p:nvPicPr>
        <p:blipFill>
          <a:blip r:embed="rId1"/>
          <a:stretch/>
        </p:blipFill>
        <p:spPr>
          <a:xfrm>
            <a:off x="3474000" y="1304640"/>
            <a:ext cx="2971440" cy="4764600"/>
          </a:xfrm>
          <a:prstGeom prst="rect">
            <a:avLst/>
          </a:prstGeom>
          <a:ln w="0">
            <a:noFill/>
          </a:ln>
          <a:effectLst>
            <a:outerShdw algn="tl" blurRad="190440" rotWithShape="0">
              <a:srgbClr val="000000">
                <a:alpha val="70000"/>
              </a:srgbClr>
            </a:outerShdw>
          </a:effectLst>
        </p:spPr>
      </p:pic>
      <p:sp>
        <p:nvSpPr>
          <p:cNvPr id="317" name="TextBox 2"/>
          <p:cNvSpPr/>
          <p:nvPr/>
        </p:nvSpPr>
        <p:spPr>
          <a:xfrm>
            <a:off x="150120" y="762120"/>
            <a:ext cx="9219960" cy="651960"/>
          </a:xfrm>
          <a:prstGeom prst="rect">
            <a:avLst/>
          </a:prstGeom>
          <a:noFill/>
          <a:ln w="0">
            <a:noFill/>
          </a:ln>
        </p:spPr>
        <p:style>
          <a:lnRef idx="0"/>
          <a:fillRef idx="0"/>
          <a:effectRef idx="0"/>
          <a:fontRef idx="minor"/>
        </p:style>
        <p:txBody>
          <a:bodyPr lIns="90000" rIns="90000" tIns="45000" bIns="45000" anchor="t">
            <a:spAutoFit/>
          </a:bodyPr>
          <a:p>
            <a:pPr marL="285840" indent="-285840" defTabSz="914400">
              <a:lnSpc>
                <a:spcPct val="100000"/>
              </a:lnSpc>
              <a:buClr>
                <a:srgbClr val="000000"/>
              </a:buClr>
              <a:buFont typeface="Wingdings" charset="2"/>
              <a:buChar char=""/>
            </a:pPr>
            <a:r>
              <a:rPr b="1" lang="en-US" sz="1800" spc="-1" strike="noStrike" u="sng">
                <a:solidFill>
                  <a:schemeClr val="dk1"/>
                </a:solidFill>
                <a:uFillTx/>
                <a:latin typeface="Mulish"/>
                <a:hlinkClick r:id="rId2"/>
              </a:rPr>
              <a:t>https://</a:t>
            </a:r>
            <a:r>
              <a:rPr b="1" lang="en-US" sz="1800" spc="-1" strike="noStrike" u="sng">
                <a:solidFill>
                  <a:schemeClr val="dk1"/>
                </a:solidFill>
                <a:uFillTx/>
                <a:latin typeface="Mulish"/>
                <a:hlinkClick r:id="rId3"/>
              </a:rPr>
              <a:t>www.sslshopper.com/certificate-decoder.html</a:t>
            </a:r>
            <a:endParaRPr b="0" lang="en-IN" sz="1800" spc="-1" strike="noStrike">
              <a:solidFill>
                <a:srgbClr val="000000"/>
              </a:solidFill>
              <a:latin typeface="Arial"/>
            </a:endParaRPr>
          </a:p>
          <a:p>
            <a:pPr defTabSz="914400">
              <a:lnSpc>
                <a:spcPct val="100000"/>
              </a:lnSpc>
            </a:pPr>
            <a:endParaRPr b="0" lang="en-IN" sz="1800" spc="-1" strike="noStrike">
              <a:solidFill>
                <a:srgbClr val="000000"/>
              </a:solidFill>
              <a:latin typeface="Arial"/>
            </a:endParaRPr>
          </a:p>
        </p:txBody>
      </p:sp>
      <p:pic>
        <p:nvPicPr>
          <p:cNvPr id="318" name="Picture 6" descr=""/>
          <p:cNvPicPr/>
          <p:nvPr/>
        </p:nvPicPr>
        <p:blipFill>
          <a:blip r:embed="rId4"/>
          <a:srcRect l="0" t="0" r="24820" b="0"/>
          <a:stretch/>
        </p:blipFill>
        <p:spPr>
          <a:xfrm>
            <a:off x="6637320" y="1304640"/>
            <a:ext cx="5002560" cy="4764600"/>
          </a:xfrm>
          <a:prstGeom prst="rect">
            <a:avLst/>
          </a:prstGeom>
          <a:ln w="0">
            <a:noFill/>
          </a:ln>
          <a:effectLst>
            <a:outerShdw algn="tl" blurRad="190440" rotWithShape="0">
              <a:srgbClr val="000000">
                <a:alpha val="70000"/>
              </a:srgbClr>
            </a:outerShdw>
          </a:effectLst>
        </p:spPr>
      </p:pic>
      <p:sp>
        <p:nvSpPr>
          <p:cNvPr id="319" name="TextBox 8"/>
          <p:cNvSpPr/>
          <p:nvPr/>
        </p:nvSpPr>
        <p:spPr>
          <a:xfrm>
            <a:off x="150120" y="2778840"/>
            <a:ext cx="3123720" cy="1795680"/>
          </a:xfrm>
          <a:prstGeom prst="rect">
            <a:avLst/>
          </a:prstGeom>
          <a:solidFill>
            <a:srgbClr val="ffffff"/>
          </a:solidFill>
          <a:ln>
            <a:solidFill>
              <a:srgbClr val="97291e"/>
            </a:solidFill>
            <a:round/>
          </a:ln>
        </p:spPr>
        <p:style>
          <a:lnRef idx="2">
            <a:schemeClr val="accent2"/>
          </a:lnRef>
          <a:fillRef idx="1">
            <a:schemeClr val="lt1"/>
          </a:fillRef>
          <a:effectRef idx="0">
            <a:schemeClr val="accent2"/>
          </a:effectRef>
          <a:fontRef idx="minor"/>
        </p:style>
        <p:txBody>
          <a:bodyPr lIns="90000" rIns="90000" tIns="45000" bIns="45000" anchor="t">
            <a:spAutoFit/>
          </a:bodyPr>
          <a:p>
            <a:pPr marL="285840" indent="-285840" defTabSz="914400">
              <a:lnSpc>
                <a:spcPct val="100000"/>
              </a:lnSpc>
              <a:buClr>
                <a:srgbClr val="1f497d"/>
              </a:buClr>
              <a:buFont typeface="Wingdings" charset="2"/>
              <a:buChar char=""/>
            </a:pPr>
            <a:r>
              <a:rPr b="1" lang="en-US" sz="1600" spc="-1" strike="noStrike">
                <a:solidFill>
                  <a:srgbClr val="1f497d"/>
                </a:solidFill>
                <a:latin typeface="Mulish"/>
              </a:rPr>
              <a:t>Check the Validation of the Merchant SSL Certificate using the above website </a:t>
            </a:r>
            <a:endParaRPr b="0" lang="en-IN" sz="1600" spc="-1" strike="noStrike">
              <a:solidFill>
                <a:srgbClr val="000000"/>
              </a:solidFill>
              <a:latin typeface="Arial"/>
            </a:endParaRPr>
          </a:p>
          <a:p>
            <a:pPr defTabSz="914400">
              <a:lnSpc>
                <a:spcPct val="100000"/>
              </a:lnSpc>
            </a:pPr>
            <a:endParaRPr b="0" lang="en-IN" sz="1600" spc="-1" strike="noStrike">
              <a:solidFill>
                <a:srgbClr val="000000"/>
              </a:solidFill>
              <a:latin typeface="Arial"/>
            </a:endParaRPr>
          </a:p>
          <a:p>
            <a:pPr marL="285840" indent="-285840" defTabSz="914400">
              <a:lnSpc>
                <a:spcPct val="100000"/>
              </a:lnSpc>
              <a:buClr>
                <a:srgbClr val="1f497d"/>
              </a:buClr>
              <a:buFont typeface="Wingdings" charset="2"/>
              <a:buChar char=""/>
            </a:pPr>
            <a:r>
              <a:rPr b="1" lang="en-US" sz="1600" spc="-1" strike="noStrike">
                <a:solidFill>
                  <a:srgbClr val="1f497d"/>
                </a:solidFill>
                <a:latin typeface="Mulish"/>
              </a:rPr>
              <a:t>SSL decoder helps to fetch the details of the certificate instantly </a:t>
            </a:r>
            <a:endParaRPr b="0" lang="en-IN" sz="1600" spc="-1" strike="noStrike">
              <a:solidFill>
                <a:srgbClr val="000000"/>
              </a:solidFill>
              <a:latin typeface="Arial"/>
            </a:endParaRPr>
          </a:p>
        </p:txBody>
      </p:sp>
      <p:sp>
        <p:nvSpPr>
          <p:cNvPr id="320" name="TextBox 7"/>
          <p:cNvSpPr/>
          <p:nvPr/>
        </p:nvSpPr>
        <p:spPr>
          <a:xfrm>
            <a:off x="6932520" y="6184800"/>
            <a:ext cx="4571640" cy="455400"/>
          </a:xfrm>
          <a:prstGeom prst="rect">
            <a:avLst/>
          </a:prstGeom>
          <a:solidFill>
            <a:srgbClr val="ffffff"/>
          </a:solidFill>
          <a:ln>
            <a:solidFill>
              <a:srgbClr val="97291e"/>
            </a:solidFill>
            <a:round/>
          </a:ln>
        </p:spPr>
        <p:style>
          <a:lnRef idx="2">
            <a:schemeClr val="accent2"/>
          </a:lnRef>
          <a:fillRef idx="1">
            <a:schemeClr val="lt1"/>
          </a:fillRef>
          <a:effectRef idx="0">
            <a:schemeClr val="accent2"/>
          </a:effectRef>
          <a:fontRef idx="minor"/>
        </p:style>
        <p:txBody>
          <a:bodyPr lIns="90000" rIns="90000" tIns="45000" bIns="45000" anchor="t">
            <a:spAutoFit/>
          </a:bodyPr>
          <a:p>
            <a:pPr algn="ctr" defTabSz="914400">
              <a:lnSpc>
                <a:spcPct val="100000"/>
              </a:lnSpc>
            </a:pPr>
            <a:r>
              <a:rPr b="1" lang="en-US" sz="1200" spc="-1" strike="noStrike">
                <a:solidFill>
                  <a:srgbClr val="1f497d"/>
                </a:solidFill>
                <a:latin typeface="Mulish"/>
              </a:rPr>
              <a:t>Copy and Paste the certificate text (.txt)  file in the above mentioned website to get details regarding the text file</a:t>
            </a:r>
            <a:endParaRPr b="0" lang="en-IN" sz="1200" spc="-1" strike="noStrike">
              <a:solidFill>
                <a:srgbClr val="000000"/>
              </a:solidFill>
              <a:latin typeface="Arial"/>
            </a:endParaRPr>
          </a:p>
        </p:txBody>
      </p:sp>
      <p:sp>
        <p:nvSpPr>
          <p:cNvPr id="321" name="Rectangle 10"/>
          <p:cNvSpPr/>
          <p:nvPr/>
        </p:nvSpPr>
        <p:spPr>
          <a:xfrm>
            <a:off x="4722840" y="2286000"/>
            <a:ext cx="1447560" cy="15192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en-IN" sz="1900" spc="-1" strike="noStrike">
              <a:solidFill>
                <a:schemeClr val="lt1"/>
              </a:solidFill>
              <a:latin typeface="Zurich BT"/>
            </a:endParaRPr>
          </a:p>
        </p:txBody>
      </p:sp>
      <p:sp>
        <p:nvSpPr>
          <p:cNvPr id="322" name="Rectangle 11"/>
          <p:cNvSpPr/>
          <p:nvPr/>
        </p:nvSpPr>
        <p:spPr>
          <a:xfrm>
            <a:off x="3475800" y="4267080"/>
            <a:ext cx="1447560" cy="15192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en-IN" sz="1900" spc="-1" strike="noStrike">
              <a:solidFill>
                <a:schemeClr val="lt1"/>
              </a:solidFill>
              <a:latin typeface="Zurich BT"/>
            </a:endParaRPr>
          </a:p>
        </p:txBody>
      </p:sp>
    </p:spTree>
  </p:cSld>
  <mc:AlternateContent>
    <mc:Choice Requires="p14">
      <p:transition spd="slow" p14:dur="2000"/>
    </mc:Choice>
    <mc:Fallback>
      <p:transition spd="slow"/>
    </mc:Fallback>
  </mc:AlternateContent>
</p:sld>
</file>

<file path=ppt/slides/slide1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23" name="PlaceHolder 1"/>
          <p:cNvSpPr>
            <a:spLocks noGrp="1"/>
          </p:cNvSpPr>
          <p:nvPr>
            <p:ph/>
          </p:nvPr>
        </p:nvSpPr>
        <p:spPr>
          <a:xfrm>
            <a:off x="125280" y="100440"/>
            <a:ext cx="11683800" cy="493200"/>
          </a:xfrm>
          <a:prstGeom prst="rect">
            <a:avLst/>
          </a:prstGeom>
          <a:noFill/>
          <a:ln w="0">
            <a:noFill/>
          </a:ln>
        </p:spPr>
        <p:txBody>
          <a:bodyPr lIns="91440" rIns="91440" tIns="45720" bIns="45720" anchor="t">
            <a:noAutofit/>
          </a:bodyPr>
          <a:p>
            <a:pPr indent="0" defTabSz="914400">
              <a:lnSpc>
                <a:spcPct val="100000"/>
              </a:lnSpc>
              <a:spcBef>
                <a:spcPts val="479"/>
              </a:spcBef>
              <a:buNone/>
              <a:tabLst>
                <a:tab algn="l" pos="0"/>
              </a:tabLst>
            </a:pPr>
            <a:r>
              <a:rPr b="1" lang="en-US" sz="2400" spc="-1" strike="noStrike">
                <a:solidFill>
                  <a:srgbClr val="97281d"/>
                </a:solidFill>
                <a:latin typeface="Mulish"/>
              </a:rPr>
              <a:t>Mandatory Checkpoints – Merchant CA Signed Certificate </a:t>
            </a:r>
            <a:endParaRPr b="0" lang="en-US" sz="2400" spc="-1" strike="noStrike">
              <a:solidFill>
                <a:schemeClr val="dk1"/>
              </a:solidFill>
              <a:latin typeface="Zurich BT"/>
            </a:endParaRPr>
          </a:p>
        </p:txBody>
      </p:sp>
      <p:sp>
        <p:nvSpPr>
          <p:cNvPr id="324" name="PlaceHolder 2"/>
          <p:cNvSpPr>
            <a:spLocks noGrp="1"/>
          </p:cNvSpPr>
          <p:nvPr>
            <p:ph type="sldNum" idx="41"/>
          </p:nvPr>
        </p:nvSpPr>
        <p:spPr>
          <a:xfrm>
            <a:off x="11199960" y="6415560"/>
            <a:ext cx="609120" cy="365760"/>
          </a:xfrm>
          <a:prstGeom prst="rect">
            <a:avLst/>
          </a:prstGeom>
          <a:noFill/>
          <a:ln w="0">
            <a:noFill/>
          </a:ln>
        </p:spPr>
        <p:txBody>
          <a:bodyPr lIns="91440" rIns="91440" tIns="45720" bIns="45720" anchor="ctr">
            <a:noAutofit/>
          </a:bodyPr>
          <a:lstStyle>
            <a:lvl1pPr indent="0" algn="r" defTabSz="914400">
              <a:lnSpc>
                <a:spcPct val="100000"/>
              </a:lnSpc>
              <a:buNone/>
              <a:defRPr b="0" lang="en-US" sz="1200" spc="-1" strike="noStrike">
                <a:solidFill>
                  <a:srgbClr val="1f497d"/>
                </a:solidFill>
                <a:latin typeface="Zurich Lt BT"/>
              </a:defRPr>
            </a:lvl1pPr>
          </a:lstStyle>
          <a:p>
            <a:pPr indent="0" algn="r" defTabSz="914400">
              <a:lnSpc>
                <a:spcPct val="100000"/>
              </a:lnSpc>
              <a:buNone/>
            </a:pPr>
            <a:fld id="{2B876786-F09B-42EB-A583-A214DB32D0B0}" type="slidenum">
              <a:rPr b="0" lang="en-US" sz="1200" spc="-1" strike="noStrike">
                <a:solidFill>
                  <a:srgbClr val="1f497d"/>
                </a:solidFill>
                <a:latin typeface="Zurich Lt BT"/>
              </a:rPr>
              <a:t>&lt;number&gt;</a:t>
            </a:fld>
            <a:endParaRPr b="0" lang="en-IN" sz="1200" spc="-1" strike="noStrike">
              <a:solidFill>
                <a:srgbClr val="000000"/>
              </a:solidFill>
              <a:latin typeface="Times New Roman"/>
            </a:endParaRPr>
          </a:p>
        </p:txBody>
      </p:sp>
      <p:pic>
        <p:nvPicPr>
          <p:cNvPr id="325" name="Picture 6" descr=""/>
          <p:cNvPicPr/>
          <p:nvPr/>
        </p:nvPicPr>
        <p:blipFill>
          <a:blip r:embed="rId1"/>
          <a:srcRect l="0" t="0" r="50039" b="4545"/>
          <a:stretch/>
        </p:blipFill>
        <p:spPr>
          <a:xfrm>
            <a:off x="1141560" y="1371600"/>
            <a:ext cx="4343040" cy="4343040"/>
          </a:xfrm>
          <a:prstGeom prst="rect">
            <a:avLst/>
          </a:prstGeom>
          <a:ln w="0">
            <a:noFill/>
          </a:ln>
          <a:effectLst>
            <a:outerShdw algn="tl" blurRad="190440" rotWithShape="0">
              <a:srgbClr val="000000">
                <a:alpha val="70000"/>
              </a:srgbClr>
            </a:outerShdw>
          </a:effectLst>
        </p:spPr>
      </p:pic>
      <p:sp>
        <p:nvSpPr>
          <p:cNvPr id="326" name="Rounded Rectangle 7"/>
          <p:cNvSpPr/>
          <p:nvPr/>
        </p:nvSpPr>
        <p:spPr>
          <a:xfrm>
            <a:off x="1255680" y="2093040"/>
            <a:ext cx="4114440" cy="1107000"/>
          </a:xfrm>
          <a:prstGeom prst="roundRect">
            <a:avLst>
              <a:gd name="adj" fmla="val 16667"/>
            </a:avLst>
          </a:prstGeom>
          <a:noFill/>
          <a:ln w="28575">
            <a:solidFill>
              <a:srgbClr val="ff0000"/>
            </a:solidFill>
            <a:round/>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en-IN" sz="1900" spc="-1" strike="noStrike">
              <a:solidFill>
                <a:schemeClr val="lt1"/>
              </a:solidFill>
              <a:latin typeface="Zurich BT"/>
            </a:endParaRPr>
          </a:p>
        </p:txBody>
      </p:sp>
      <p:sp>
        <p:nvSpPr>
          <p:cNvPr id="327" name="TextBox 2"/>
          <p:cNvSpPr/>
          <p:nvPr/>
        </p:nvSpPr>
        <p:spPr>
          <a:xfrm>
            <a:off x="7027200" y="5866200"/>
            <a:ext cx="4153680" cy="943560"/>
          </a:xfrm>
          <a:prstGeom prst="rect">
            <a:avLst/>
          </a:prstGeom>
          <a:solidFill>
            <a:srgbClr val="ffffff"/>
          </a:solidFill>
          <a:ln>
            <a:solidFill>
              <a:srgbClr val="e77817"/>
            </a:solidFill>
            <a:round/>
          </a:ln>
        </p:spPr>
        <p:style>
          <a:lnRef idx="2">
            <a:schemeClr val="accent1"/>
          </a:lnRef>
          <a:fillRef idx="1">
            <a:schemeClr val="lt1"/>
          </a:fillRef>
          <a:effectRef idx="0">
            <a:schemeClr val="accent1"/>
          </a:effectRef>
          <a:fontRef idx="minor"/>
        </p:style>
        <p:txBody>
          <a:bodyPr lIns="90000" rIns="90000" tIns="45000" bIns="45000" anchor="t">
            <a:spAutoFit/>
          </a:bodyPr>
          <a:p>
            <a:pPr algn="just" defTabSz="914400">
              <a:lnSpc>
                <a:spcPct val="100000"/>
              </a:lnSpc>
            </a:pPr>
            <a:r>
              <a:rPr b="1" lang="en-US" sz="1400" spc="-1" strike="noStrike">
                <a:solidFill>
                  <a:schemeClr val="dk1"/>
                </a:solidFill>
                <a:latin typeface="Mulish"/>
              </a:rPr>
              <a:t>When certificate is opened in .cer format</a:t>
            </a:r>
            <a:endParaRPr b="0" lang="en-IN" sz="1400" spc="-1" strike="noStrike">
              <a:solidFill>
                <a:srgbClr val="000000"/>
              </a:solidFill>
              <a:latin typeface="Arial"/>
            </a:endParaRPr>
          </a:p>
          <a:p>
            <a:pPr marL="285840" indent="-285840" algn="just" defTabSz="914400">
              <a:lnSpc>
                <a:spcPct val="100000"/>
              </a:lnSpc>
              <a:buClr>
                <a:srgbClr val="000000"/>
              </a:buClr>
              <a:buFont typeface="Arial"/>
              <a:buChar char="•"/>
            </a:pPr>
            <a:r>
              <a:rPr b="1" lang="en-US" sz="1400" spc="-1" strike="noStrike">
                <a:solidFill>
                  <a:schemeClr val="dk1"/>
                </a:solidFill>
                <a:latin typeface="Mulish"/>
              </a:rPr>
              <a:t>If </a:t>
            </a:r>
            <a:r>
              <a:rPr b="1" lang="en-US" sz="1400" spc="-1" strike="noStrike">
                <a:solidFill>
                  <a:schemeClr val="dk2">
                    <a:lumMod val="60000"/>
                    <a:lumOff val="40000"/>
                  </a:schemeClr>
                </a:solidFill>
                <a:latin typeface="Mulish"/>
              </a:rPr>
              <a:t>Issued to </a:t>
            </a:r>
            <a:r>
              <a:rPr b="1" lang="en-US" sz="1400" spc="-1" strike="noStrike">
                <a:solidFill>
                  <a:schemeClr val="dk1"/>
                </a:solidFill>
                <a:latin typeface="Mulish"/>
              </a:rPr>
              <a:t>and </a:t>
            </a:r>
            <a:r>
              <a:rPr b="1" lang="en-US" sz="1400" spc="-1" strike="noStrike">
                <a:solidFill>
                  <a:schemeClr val="dk2">
                    <a:lumMod val="60000"/>
                    <a:lumOff val="40000"/>
                  </a:schemeClr>
                </a:solidFill>
                <a:latin typeface="Mulish"/>
              </a:rPr>
              <a:t>Issued by name </a:t>
            </a:r>
            <a:r>
              <a:rPr b="1" lang="en-US" sz="1400" spc="-1" strike="noStrike">
                <a:solidFill>
                  <a:schemeClr val="dk1"/>
                </a:solidFill>
                <a:latin typeface="Mulish"/>
              </a:rPr>
              <a:t>is different and issuer is a Certificate Authority </a:t>
            </a:r>
            <a:endParaRPr b="0" lang="en-IN" sz="1400" spc="-1" strike="noStrike">
              <a:solidFill>
                <a:srgbClr val="000000"/>
              </a:solidFill>
              <a:latin typeface="Arial"/>
            </a:endParaRPr>
          </a:p>
          <a:p>
            <a:pPr defTabSz="914400">
              <a:lnSpc>
                <a:spcPct val="100000"/>
              </a:lnSpc>
            </a:pPr>
            <a:r>
              <a:rPr b="1" lang="en-US" sz="1400" spc="-1" strike="noStrike">
                <a:solidFill>
                  <a:schemeClr val="dk1"/>
                </a:solidFill>
                <a:latin typeface="Mulish"/>
              </a:rPr>
              <a:t>This Certificate is  </a:t>
            </a:r>
            <a:r>
              <a:rPr b="1" lang="en-US" sz="1400" spc="-1" strike="noStrike">
                <a:solidFill>
                  <a:srgbClr val="00b050"/>
                </a:solidFill>
                <a:latin typeface="Mulish"/>
              </a:rPr>
              <a:t>(Acceptable)</a:t>
            </a:r>
            <a:endParaRPr b="0" lang="en-IN" sz="1400" spc="-1" strike="noStrike">
              <a:solidFill>
                <a:srgbClr val="000000"/>
              </a:solidFill>
              <a:latin typeface="Arial"/>
            </a:endParaRPr>
          </a:p>
        </p:txBody>
      </p:sp>
      <p:pic>
        <p:nvPicPr>
          <p:cNvPr id="328" name="Picture 9" descr=""/>
          <p:cNvPicPr/>
          <p:nvPr/>
        </p:nvPicPr>
        <p:blipFill>
          <a:blip r:embed="rId2"/>
          <a:stretch/>
        </p:blipFill>
        <p:spPr>
          <a:xfrm>
            <a:off x="7008840" y="1325160"/>
            <a:ext cx="4190760" cy="4469760"/>
          </a:xfrm>
          <a:prstGeom prst="rect">
            <a:avLst/>
          </a:prstGeom>
          <a:ln w="0">
            <a:noFill/>
          </a:ln>
          <a:effectLst>
            <a:outerShdw algn="tl" blurRad="190440" rotWithShape="0">
              <a:srgbClr val="000000">
                <a:alpha val="70000"/>
              </a:srgbClr>
            </a:outerShdw>
          </a:effectLst>
        </p:spPr>
      </p:pic>
      <p:sp>
        <p:nvSpPr>
          <p:cNvPr id="329" name="TextBox 11"/>
          <p:cNvSpPr/>
          <p:nvPr/>
        </p:nvSpPr>
        <p:spPr>
          <a:xfrm>
            <a:off x="1160640" y="5864400"/>
            <a:ext cx="4304880" cy="943560"/>
          </a:xfrm>
          <a:prstGeom prst="rect">
            <a:avLst/>
          </a:prstGeom>
          <a:solidFill>
            <a:srgbClr val="ffffff"/>
          </a:solidFill>
          <a:ln>
            <a:solidFill>
              <a:srgbClr val="e77817"/>
            </a:solidFill>
            <a:round/>
          </a:ln>
        </p:spPr>
        <p:style>
          <a:lnRef idx="2">
            <a:schemeClr val="accent1"/>
          </a:lnRef>
          <a:fillRef idx="1">
            <a:schemeClr val="lt1"/>
          </a:fillRef>
          <a:effectRef idx="0">
            <a:schemeClr val="accent1"/>
          </a:effectRef>
          <a:fontRef idx="minor"/>
        </p:style>
        <p:txBody>
          <a:bodyPr lIns="90000" rIns="90000" tIns="45000" bIns="45000" anchor="t">
            <a:spAutoFit/>
          </a:bodyPr>
          <a:p>
            <a:pPr algn="just" defTabSz="914400">
              <a:lnSpc>
                <a:spcPct val="100000"/>
              </a:lnSpc>
            </a:pPr>
            <a:r>
              <a:rPr b="1" lang="en-US" sz="1400" spc="-1" strike="noStrike">
                <a:solidFill>
                  <a:schemeClr val="dk1"/>
                </a:solidFill>
                <a:latin typeface="Mulish"/>
              </a:rPr>
              <a:t>When certificate is opened in .cer format</a:t>
            </a:r>
            <a:endParaRPr b="0" lang="en-IN" sz="1400" spc="-1" strike="noStrike">
              <a:solidFill>
                <a:srgbClr val="000000"/>
              </a:solidFill>
              <a:latin typeface="Arial"/>
            </a:endParaRPr>
          </a:p>
          <a:p>
            <a:pPr marL="285840" indent="-285840" algn="just" defTabSz="914400">
              <a:lnSpc>
                <a:spcPct val="100000"/>
              </a:lnSpc>
              <a:buClr>
                <a:srgbClr val="000000"/>
              </a:buClr>
              <a:buFont typeface="Wingdings" charset="2"/>
              <a:buChar char=""/>
            </a:pPr>
            <a:r>
              <a:rPr b="1" lang="en-US" sz="1400" spc="-1" strike="noStrike">
                <a:solidFill>
                  <a:schemeClr val="dk1"/>
                </a:solidFill>
                <a:latin typeface="Mulish"/>
              </a:rPr>
              <a:t>If </a:t>
            </a:r>
            <a:r>
              <a:rPr b="1" lang="en-US" sz="1400" spc="-1" strike="noStrike">
                <a:solidFill>
                  <a:schemeClr val="dk2">
                    <a:lumMod val="60000"/>
                    <a:lumOff val="40000"/>
                  </a:schemeClr>
                </a:solidFill>
                <a:latin typeface="Mulish"/>
              </a:rPr>
              <a:t>Issued to </a:t>
            </a:r>
            <a:r>
              <a:rPr b="1" lang="en-US" sz="1400" spc="-1" strike="noStrike">
                <a:solidFill>
                  <a:schemeClr val="dk1"/>
                </a:solidFill>
                <a:latin typeface="Mulish"/>
              </a:rPr>
              <a:t>and </a:t>
            </a:r>
            <a:r>
              <a:rPr b="1" lang="en-US" sz="1400" spc="-1" strike="noStrike">
                <a:solidFill>
                  <a:schemeClr val="dk2">
                    <a:lumMod val="60000"/>
                    <a:lumOff val="40000"/>
                  </a:schemeClr>
                </a:solidFill>
                <a:latin typeface="Mulish"/>
              </a:rPr>
              <a:t>Issued by name </a:t>
            </a:r>
            <a:r>
              <a:rPr b="1" lang="en-US" sz="1400" spc="-1" strike="noStrike">
                <a:solidFill>
                  <a:schemeClr val="dk1"/>
                </a:solidFill>
                <a:latin typeface="Mulish"/>
              </a:rPr>
              <a:t>is same then it is </a:t>
            </a:r>
            <a:r>
              <a:rPr b="1" lang="en-US" sz="1400" spc="-1" strike="noStrike" u="sng">
                <a:solidFill>
                  <a:schemeClr val="dk1"/>
                </a:solidFill>
                <a:uFillTx/>
                <a:latin typeface="Mulish"/>
              </a:rPr>
              <a:t>self signed certificate </a:t>
            </a:r>
            <a:r>
              <a:rPr b="1" lang="en-US" sz="1400" spc="-1" strike="noStrike">
                <a:solidFill>
                  <a:srgbClr val="ff0000"/>
                </a:solidFill>
                <a:latin typeface="Mulish"/>
              </a:rPr>
              <a:t>(Not Acceptable)</a:t>
            </a:r>
            <a:endParaRPr b="0" lang="en-IN" sz="1400" spc="-1" strike="noStrike">
              <a:solidFill>
                <a:srgbClr val="000000"/>
              </a:solidFill>
              <a:latin typeface="Arial"/>
            </a:endParaRPr>
          </a:p>
          <a:p>
            <a:pPr algn="just" defTabSz="914400">
              <a:lnSpc>
                <a:spcPct val="100000"/>
              </a:lnSpc>
            </a:pPr>
            <a:endParaRPr b="0" lang="en-IN" sz="1400" spc="-1" strike="noStrike">
              <a:solidFill>
                <a:srgbClr val="000000"/>
              </a:solidFill>
              <a:latin typeface="Arial"/>
            </a:endParaRPr>
          </a:p>
        </p:txBody>
      </p:sp>
      <p:pic>
        <p:nvPicPr>
          <p:cNvPr id="330" name="Picture 4" descr=""/>
          <p:cNvPicPr/>
          <p:nvPr/>
        </p:nvPicPr>
        <p:blipFill>
          <a:blip r:embed="rId3"/>
          <a:stretch/>
        </p:blipFill>
        <p:spPr>
          <a:xfrm>
            <a:off x="9828360" y="3092040"/>
            <a:ext cx="981360" cy="901800"/>
          </a:xfrm>
          <a:prstGeom prst="rect">
            <a:avLst/>
          </a:prstGeom>
          <a:ln w="0">
            <a:noFill/>
          </a:ln>
        </p:spPr>
      </p:pic>
      <p:pic>
        <p:nvPicPr>
          <p:cNvPr id="331" name="Picture 5" descr=""/>
          <p:cNvPicPr/>
          <p:nvPr/>
        </p:nvPicPr>
        <p:blipFill>
          <a:blip r:embed="rId4"/>
          <a:stretch/>
        </p:blipFill>
        <p:spPr>
          <a:xfrm>
            <a:off x="2741760" y="3140640"/>
            <a:ext cx="859320" cy="859320"/>
          </a:xfrm>
          <a:prstGeom prst="rect">
            <a:avLst/>
          </a:prstGeom>
          <a:ln w="0">
            <a:noFill/>
          </a:ln>
        </p:spPr>
      </p:pic>
      <p:sp>
        <p:nvSpPr>
          <p:cNvPr id="332" name="Rectangle 8"/>
          <p:cNvSpPr/>
          <p:nvPr/>
        </p:nvSpPr>
        <p:spPr>
          <a:xfrm>
            <a:off x="511560" y="762120"/>
            <a:ext cx="9349200" cy="394560"/>
          </a:xfrm>
          <a:prstGeom prst="rect">
            <a:avLst/>
          </a:prstGeom>
          <a:noFill/>
          <a:ln w="0">
            <a:noFill/>
          </a:ln>
        </p:spPr>
        <p:style>
          <a:lnRef idx="0"/>
          <a:fillRef idx="0"/>
          <a:effectRef idx="0"/>
          <a:fontRef idx="minor"/>
        </p:style>
        <p:txBody>
          <a:bodyPr lIns="90000" rIns="90000" tIns="45000" bIns="45000" anchor="t">
            <a:spAutoFit/>
          </a:bodyPr>
          <a:p>
            <a:pPr marL="343080" indent="-343080" defTabSz="914400">
              <a:lnSpc>
                <a:spcPct val="100000"/>
              </a:lnSpc>
              <a:buClr>
                <a:srgbClr val="000000"/>
              </a:buClr>
              <a:buFont typeface="Wingdings" charset="2"/>
              <a:buChar char=""/>
            </a:pPr>
            <a:r>
              <a:rPr b="1" lang="en-US" sz="2000" spc="-1" strike="noStrike">
                <a:solidFill>
                  <a:schemeClr val="dk1"/>
                </a:solidFill>
                <a:latin typeface="Mulish"/>
              </a:rPr>
              <a:t>Certificate should be in </a:t>
            </a:r>
            <a:r>
              <a:rPr b="1" lang="en-US" sz="2000" spc="-1" strike="noStrike">
                <a:solidFill>
                  <a:schemeClr val="dk2">
                    <a:lumMod val="60000"/>
                    <a:lumOff val="40000"/>
                  </a:schemeClr>
                </a:solidFill>
                <a:latin typeface="Mulish"/>
              </a:rPr>
              <a:t>.CER </a:t>
            </a:r>
            <a:r>
              <a:rPr b="1" lang="en-US" sz="2000" spc="-1" strike="noStrike">
                <a:solidFill>
                  <a:schemeClr val="dk1"/>
                </a:solidFill>
                <a:latin typeface="Mulish"/>
              </a:rPr>
              <a:t>or </a:t>
            </a:r>
            <a:r>
              <a:rPr b="1" lang="en-US" sz="2000" spc="-1" strike="noStrike">
                <a:solidFill>
                  <a:schemeClr val="dk2">
                    <a:lumMod val="60000"/>
                    <a:lumOff val="40000"/>
                  </a:schemeClr>
                </a:solidFill>
                <a:latin typeface="Mulish"/>
              </a:rPr>
              <a:t>.CRT </a:t>
            </a:r>
            <a:r>
              <a:rPr b="1" lang="en-US" sz="2000" spc="-1" strike="noStrike">
                <a:solidFill>
                  <a:schemeClr val="dk1"/>
                </a:solidFill>
                <a:latin typeface="Mulish"/>
              </a:rPr>
              <a:t>format/ extension</a:t>
            </a:r>
            <a:endParaRPr b="0" lang="en-IN" sz="20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33" name="PlaceHolder 1"/>
          <p:cNvSpPr>
            <a:spLocks noGrp="1"/>
          </p:cNvSpPr>
          <p:nvPr>
            <p:ph/>
          </p:nvPr>
        </p:nvSpPr>
        <p:spPr>
          <a:xfrm>
            <a:off x="125280" y="216000"/>
            <a:ext cx="11683800" cy="493200"/>
          </a:xfrm>
          <a:prstGeom prst="rect">
            <a:avLst/>
          </a:prstGeom>
          <a:noFill/>
          <a:ln w="0">
            <a:noFill/>
          </a:ln>
        </p:spPr>
        <p:txBody>
          <a:bodyPr lIns="91440" rIns="91440" tIns="45720" bIns="45720" anchor="t">
            <a:noAutofit/>
          </a:bodyPr>
          <a:p>
            <a:pPr indent="0" defTabSz="914400">
              <a:lnSpc>
                <a:spcPct val="100000"/>
              </a:lnSpc>
              <a:spcBef>
                <a:spcPts val="479"/>
              </a:spcBef>
              <a:buNone/>
              <a:tabLst>
                <a:tab algn="l" pos="0"/>
              </a:tabLst>
            </a:pPr>
            <a:r>
              <a:rPr b="1" lang="en-US" sz="2400" spc="-1" strike="noStrike">
                <a:solidFill>
                  <a:srgbClr val="97281d"/>
                </a:solidFill>
                <a:latin typeface="Mulish"/>
              </a:rPr>
              <a:t>Mandatory Checkpoints – Merchant CA Signed Certificate </a:t>
            </a:r>
            <a:endParaRPr b="0" lang="en-US" sz="2400" spc="-1" strike="noStrike">
              <a:solidFill>
                <a:schemeClr val="dk1"/>
              </a:solidFill>
              <a:latin typeface="Zurich BT"/>
            </a:endParaRPr>
          </a:p>
        </p:txBody>
      </p:sp>
      <p:sp>
        <p:nvSpPr>
          <p:cNvPr id="334" name="PlaceHolder 2"/>
          <p:cNvSpPr>
            <a:spLocks noGrp="1"/>
          </p:cNvSpPr>
          <p:nvPr>
            <p:ph type="sldNum" idx="42"/>
          </p:nvPr>
        </p:nvSpPr>
        <p:spPr>
          <a:xfrm>
            <a:off x="11199960" y="6415560"/>
            <a:ext cx="609120" cy="365760"/>
          </a:xfrm>
          <a:prstGeom prst="rect">
            <a:avLst/>
          </a:prstGeom>
          <a:noFill/>
          <a:ln w="0">
            <a:noFill/>
          </a:ln>
        </p:spPr>
        <p:txBody>
          <a:bodyPr lIns="91440" rIns="91440" tIns="45720" bIns="45720" anchor="ctr">
            <a:noAutofit/>
          </a:bodyPr>
          <a:lstStyle>
            <a:lvl1pPr indent="0" algn="r" defTabSz="914400">
              <a:lnSpc>
                <a:spcPct val="100000"/>
              </a:lnSpc>
              <a:buNone/>
              <a:defRPr b="0" lang="en-US" sz="1200" spc="-1" strike="noStrike">
                <a:solidFill>
                  <a:srgbClr val="1f497d"/>
                </a:solidFill>
                <a:latin typeface="Zurich Lt BT"/>
              </a:defRPr>
            </a:lvl1pPr>
          </a:lstStyle>
          <a:p>
            <a:pPr indent="0" algn="r" defTabSz="914400">
              <a:lnSpc>
                <a:spcPct val="100000"/>
              </a:lnSpc>
              <a:buNone/>
            </a:pPr>
            <a:fld id="{0366FD69-1A5D-4A9C-B713-F340C4B740BF}" type="slidenum">
              <a:rPr b="0" lang="en-US" sz="1200" spc="-1" strike="noStrike">
                <a:solidFill>
                  <a:srgbClr val="1f497d"/>
                </a:solidFill>
                <a:latin typeface="Zurich Lt BT"/>
              </a:rPr>
              <a:t>&lt;number&gt;</a:t>
            </a:fld>
            <a:endParaRPr b="0" lang="en-IN" sz="1200" spc="-1" strike="noStrike">
              <a:solidFill>
                <a:srgbClr val="000000"/>
              </a:solidFill>
              <a:latin typeface="Times New Roman"/>
            </a:endParaRPr>
          </a:p>
        </p:txBody>
      </p:sp>
      <p:pic>
        <p:nvPicPr>
          <p:cNvPr id="335" name="Picture 8" descr=""/>
          <p:cNvPicPr/>
          <p:nvPr/>
        </p:nvPicPr>
        <p:blipFill>
          <a:blip r:embed="rId1"/>
          <a:stretch/>
        </p:blipFill>
        <p:spPr>
          <a:xfrm>
            <a:off x="1382760" y="1447920"/>
            <a:ext cx="4025520" cy="4576680"/>
          </a:xfrm>
          <a:prstGeom prst="rect">
            <a:avLst/>
          </a:prstGeom>
          <a:ln w="0">
            <a:noFill/>
          </a:ln>
          <a:effectLst>
            <a:outerShdw algn="tl" blurRad="190440" rotWithShape="0">
              <a:srgbClr val="000000">
                <a:alpha val="70000"/>
              </a:srgbClr>
            </a:outerShdw>
          </a:effectLst>
        </p:spPr>
      </p:pic>
      <p:pic>
        <p:nvPicPr>
          <p:cNvPr id="336" name="Picture 12" descr=""/>
          <p:cNvPicPr/>
          <p:nvPr/>
        </p:nvPicPr>
        <p:blipFill>
          <a:blip r:embed="rId2"/>
          <a:stretch/>
        </p:blipFill>
        <p:spPr>
          <a:xfrm>
            <a:off x="7000200" y="1447920"/>
            <a:ext cx="3970440" cy="4576680"/>
          </a:xfrm>
          <a:prstGeom prst="rect">
            <a:avLst/>
          </a:prstGeom>
          <a:ln w="0">
            <a:noFill/>
          </a:ln>
          <a:effectLst>
            <a:outerShdw algn="tl" blurRad="190440" rotWithShape="0">
              <a:srgbClr val="000000">
                <a:alpha val="70000"/>
              </a:srgbClr>
            </a:outerShdw>
          </a:effectLst>
        </p:spPr>
      </p:pic>
      <p:pic>
        <p:nvPicPr>
          <p:cNvPr id="337" name="Picture 4" descr=""/>
          <p:cNvPicPr/>
          <p:nvPr/>
        </p:nvPicPr>
        <p:blipFill>
          <a:blip r:embed="rId3"/>
          <a:stretch/>
        </p:blipFill>
        <p:spPr>
          <a:xfrm>
            <a:off x="8780400" y="3851640"/>
            <a:ext cx="981360" cy="901800"/>
          </a:xfrm>
          <a:prstGeom prst="rect">
            <a:avLst/>
          </a:prstGeom>
          <a:ln w="0">
            <a:noFill/>
          </a:ln>
        </p:spPr>
      </p:pic>
      <p:pic>
        <p:nvPicPr>
          <p:cNvPr id="338" name="Picture 5" descr=""/>
          <p:cNvPicPr/>
          <p:nvPr/>
        </p:nvPicPr>
        <p:blipFill>
          <a:blip r:embed="rId4"/>
          <a:stretch/>
        </p:blipFill>
        <p:spPr>
          <a:xfrm>
            <a:off x="2741760" y="3887280"/>
            <a:ext cx="859320" cy="859320"/>
          </a:xfrm>
          <a:prstGeom prst="rect">
            <a:avLst/>
          </a:prstGeom>
          <a:ln w="0">
            <a:noFill/>
          </a:ln>
        </p:spPr>
      </p:pic>
      <p:sp>
        <p:nvSpPr>
          <p:cNvPr id="339" name="TextBox 2"/>
          <p:cNvSpPr/>
          <p:nvPr/>
        </p:nvSpPr>
        <p:spPr>
          <a:xfrm>
            <a:off x="1301400" y="6094440"/>
            <a:ext cx="4106880" cy="730080"/>
          </a:xfrm>
          <a:prstGeom prst="rect">
            <a:avLst/>
          </a:prstGeom>
          <a:solidFill>
            <a:srgbClr val="ffffff"/>
          </a:solidFill>
          <a:ln>
            <a:solidFill>
              <a:srgbClr val="e77817"/>
            </a:solidFill>
            <a:round/>
          </a:ln>
        </p:spPr>
        <p:style>
          <a:lnRef idx="2">
            <a:schemeClr val="accent1"/>
          </a:lnRef>
          <a:fillRef idx="1">
            <a:schemeClr val="lt1"/>
          </a:fillRef>
          <a:effectRef idx="0">
            <a:schemeClr val="accent1"/>
          </a:effectRef>
          <a:fontRef idx="minor"/>
        </p:style>
        <p:txBody>
          <a:bodyPr lIns="90000" rIns="90000" tIns="45000" bIns="45000" anchor="t">
            <a:spAutoFit/>
          </a:bodyPr>
          <a:p>
            <a:pPr marL="285840" indent="-285840" defTabSz="914400">
              <a:lnSpc>
                <a:spcPct val="100000"/>
              </a:lnSpc>
              <a:buClr>
                <a:srgbClr val="1f497d"/>
              </a:buClr>
              <a:buFont typeface="Wingdings" charset="2"/>
              <a:buChar char=""/>
            </a:pPr>
            <a:r>
              <a:rPr b="1" lang="en-US" sz="1400" spc="-1" strike="noStrike">
                <a:solidFill>
                  <a:srgbClr val="1f497d"/>
                </a:solidFill>
                <a:latin typeface="Mulish"/>
              </a:rPr>
              <a:t>Under Details Tab</a:t>
            </a:r>
            <a:endParaRPr b="0" lang="en-IN" sz="1400" spc="-1" strike="noStrike">
              <a:solidFill>
                <a:srgbClr val="000000"/>
              </a:solidFill>
              <a:latin typeface="Arial"/>
            </a:endParaRPr>
          </a:p>
          <a:p>
            <a:pPr lvl="1" marL="743040" indent="-285840" defTabSz="914400">
              <a:lnSpc>
                <a:spcPct val="100000"/>
              </a:lnSpc>
              <a:buClr>
                <a:srgbClr val="000000"/>
              </a:buClr>
              <a:buFont typeface="Wingdings" charset="2"/>
              <a:buChar char=""/>
            </a:pPr>
            <a:r>
              <a:rPr b="1" lang="en-US" sz="1400" spc="-1" strike="noStrike">
                <a:solidFill>
                  <a:schemeClr val="dk1"/>
                </a:solidFill>
                <a:latin typeface="Wingdings"/>
              </a:rPr>
              <a:t></a:t>
            </a:r>
            <a:r>
              <a:rPr b="1" lang="en-US" sz="1400" spc="-1" strike="noStrike">
                <a:solidFill>
                  <a:schemeClr val="dk1"/>
                </a:solidFill>
                <a:latin typeface="Mulish"/>
              </a:rPr>
              <a:t> </a:t>
            </a:r>
            <a:r>
              <a:rPr b="1" lang="en-US" sz="1400" spc="-1" strike="noStrike">
                <a:solidFill>
                  <a:schemeClr val="dk1"/>
                </a:solidFill>
                <a:latin typeface="Mulish"/>
              </a:rPr>
              <a:t>Check </a:t>
            </a:r>
            <a:r>
              <a:rPr b="1" lang="en-US" sz="1400" spc="-1" strike="noStrike">
                <a:solidFill>
                  <a:srgbClr val="1f497d"/>
                </a:solidFill>
                <a:latin typeface="Mulish"/>
              </a:rPr>
              <a:t>public key </a:t>
            </a:r>
            <a:r>
              <a:rPr b="1" lang="en-US" sz="1400" spc="-1" strike="noStrike">
                <a:solidFill>
                  <a:schemeClr val="dk1"/>
                </a:solidFill>
                <a:latin typeface="Mulish"/>
              </a:rPr>
              <a:t>field and </a:t>
            </a:r>
            <a:r>
              <a:rPr b="1" lang="en-US" sz="1400" spc="-1" strike="noStrike">
                <a:solidFill>
                  <a:srgbClr val="1f497d"/>
                </a:solidFill>
                <a:latin typeface="Mulish"/>
              </a:rPr>
              <a:t>value.</a:t>
            </a:r>
            <a:endParaRPr b="0" lang="en-IN" sz="1400" spc="-1" strike="noStrike">
              <a:solidFill>
                <a:srgbClr val="000000"/>
              </a:solidFill>
              <a:latin typeface="Arial"/>
            </a:endParaRPr>
          </a:p>
          <a:p>
            <a:pPr marL="285840" indent="-285840" defTabSz="914400">
              <a:lnSpc>
                <a:spcPct val="100000"/>
              </a:lnSpc>
              <a:buClr>
                <a:srgbClr val="000000"/>
              </a:buClr>
              <a:buFont typeface="Wingdings" charset="2"/>
              <a:buChar char=""/>
            </a:pPr>
            <a:r>
              <a:rPr b="1" lang="en-US" sz="1400" spc="-1" strike="noStrike">
                <a:solidFill>
                  <a:schemeClr val="dk1"/>
                </a:solidFill>
                <a:latin typeface="Mulish"/>
              </a:rPr>
              <a:t>In this case its 2048 bits </a:t>
            </a:r>
            <a:r>
              <a:rPr b="1" lang="en-US" sz="1400" spc="-1" strike="noStrike">
                <a:solidFill>
                  <a:srgbClr val="ff0000"/>
                </a:solidFill>
                <a:latin typeface="Mulish"/>
              </a:rPr>
              <a:t>(Not Acceptable)</a:t>
            </a:r>
            <a:endParaRPr b="0" lang="en-IN" sz="1400" spc="-1" strike="noStrike">
              <a:solidFill>
                <a:srgbClr val="000000"/>
              </a:solidFill>
              <a:latin typeface="Arial"/>
            </a:endParaRPr>
          </a:p>
        </p:txBody>
      </p:sp>
      <p:sp>
        <p:nvSpPr>
          <p:cNvPr id="340" name="TextBox 9"/>
          <p:cNvSpPr/>
          <p:nvPr/>
        </p:nvSpPr>
        <p:spPr>
          <a:xfrm>
            <a:off x="7008840" y="6102000"/>
            <a:ext cx="3962160" cy="730080"/>
          </a:xfrm>
          <a:prstGeom prst="rect">
            <a:avLst/>
          </a:prstGeom>
          <a:solidFill>
            <a:srgbClr val="ffffff"/>
          </a:solidFill>
          <a:ln>
            <a:solidFill>
              <a:srgbClr val="e77817"/>
            </a:solidFill>
            <a:round/>
          </a:ln>
        </p:spPr>
        <p:style>
          <a:lnRef idx="2">
            <a:schemeClr val="accent1"/>
          </a:lnRef>
          <a:fillRef idx="1">
            <a:schemeClr val="lt1"/>
          </a:fillRef>
          <a:effectRef idx="0">
            <a:schemeClr val="accent1"/>
          </a:effectRef>
          <a:fontRef idx="minor"/>
        </p:style>
        <p:txBody>
          <a:bodyPr lIns="90000" rIns="90000" tIns="45000" bIns="45000" anchor="t">
            <a:spAutoFit/>
          </a:bodyPr>
          <a:p>
            <a:pPr marL="285840" indent="-285840" defTabSz="914400">
              <a:lnSpc>
                <a:spcPct val="100000"/>
              </a:lnSpc>
              <a:buClr>
                <a:srgbClr val="1f497d"/>
              </a:buClr>
              <a:buFont typeface="Wingdings" charset="2"/>
              <a:buChar char=""/>
            </a:pPr>
            <a:r>
              <a:rPr b="1" lang="en-US" sz="1400" spc="-1" strike="noStrike">
                <a:solidFill>
                  <a:srgbClr val="1f497d"/>
                </a:solidFill>
                <a:latin typeface="Mulish"/>
              </a:rPr>
              <a:t>Under Details Tab</a:t>
            </a:r>
            <a:endParaRPr b="0" lang="en-IN" sz="1400" spc="-1" strike="noStrike">
              <a:solidFill>
                <a:srgbClr val="000000"/>
              </a:solidFill>
              <a:latin typeface="Arial"/>
            </a:endParaRPr>
          </a:p>
          <a:p>
            <a:pPr lvl="1" marL="743040" indent="-285840" defTabSz="914400">
              <a:lnSpc>
                <a:spcPct val="100000"/>
              </a:lnSpc>
              <a:buClr>
                <a:srgbClr val="000000"/>
              </a:buClr>
              <a:buFont typeface="Wingdings" charset="2"/>
              <a:buChar char=""/>
            </a:pPr>
            <a:r>
              <a:rPr b="1" lang="en-US" sz="1400" spc="-1" strike="noStrike">
                <a:solidFill>
                  <a:schemeClr val="dk1"/>
                </a:solidFill>
                <a:latin typeface="Wingdings"/>
              </a:rPr>
              <a:t></a:t>
            </a:r>
            <a:r>
              <a:rPr b="1" lang="en-US" sz="1400" spc="-1" strike="noStrike">
                <a:solidFill>
                  <a:schemeClr val="dk1"/>
                </a:solidFill>
                <a:latin typeface="Mulish"/>
              </a:rPr>
              <a:t> </a:t>
            </a:r>
            <a:r>
              <a:rPr b="1" lang="en-US" sz="1400" spc="-1" strike="noStrike">
                <a:solidFill>
                  <a:schemeClr val="dk1"/>
                </a:solidFill>
                <a:latin typeface="Mulish"/>
              </a:rPr>
              <a:t>Check </a:t>
            </a:r>
            <a:r>
              <a:rPr b="1" lang="en-US" sz="1400" spc="-1" strike="noStrike">
                <a:solidFill>
                  <a:srgbClr val="1f497d"/>
                </a:solidFill>
                <a:latin typeface="Mulish"/>
              </a:rPr>
              <a:t>public key </a:t>
            </a:r>
            <a:r>
              <a:rPr b="1" lang="en-US" sz="1400" spc="-1" strike="noStrike">
                <a:solidFill>
                  <a:schemeClr val="dk1"/>
                </a:solidFill>
                <a:latin typeface="Mulish"/>
              </a:rPr>
              <a:t>field and </a:t>
            </a:r>
            <a:r>
              <a:rPr b="1" lang="en-US" sz="1400" spc="-1" strike="noStrike">
                <a:solidFill>
                  <a:srgbClr val="1f497d"/>
                </a:solidFill>
                <a:latin typeface="Mulish"/>
              </a:rPr>
              <a:t>value.</a:t>
            </a:r>
            <a:endParaRPr b="0" lang="en-IN" sz="1400" spc="-1" strike="noStrike">
              <a:solidFill>
                <a:srgbClr val="000000"/>
              </a:solidFill>
              <a:latin typeface="Arial"/>
            </a:endParaRPr>
          </a:p>
          <a:p>
            <a:pPr marL="285840" indent="-285840" defTabSz="914400">
              <a:lnSpc>
                <a:spcPct val="100000"/>
              </a:lnSpc>
              <a:buClr>
                <a:srgbClr val="000000"/>
              </a:buClr>
              <a:buFont typeface="Wingdings" charset="2"/>
              <a:buChar char=""/>
            </a:pPr>
            <a:r>
              <a:rPr b="1" lang="en-US" sz="1400" spc="-1" strike="noStrike">
                <a:solidFill>
                  <a:schemeClr val="dk1"/>
                </a:solidFill>
                <a:latin typeface="Mulish"/>
              </a:rPr>
              <a:t>In this case its 4096 bits </a:t>
            </a:r>
            <a:r>
              <a:rPr b="1" lang="en-US" sz="1400" spc="-1" strike="noStrike">
                <a:solidFill>
                  <a:srgbClr val="00b050"/>
                </a:solidFill>
                <a:latin typeface="Mulish"/>
              </a:rPr>
              <a:t>(Acceptable)</a:t>
            </a:r>
            <a:endParaRPr b="0" lang="en-IN" sz="1400" spc="-1" strike="noStrike">
              <a:solidFill>
                <a:srgbClr val="000000"/>
              </a:solidFill>
              <a:latin typeface="Arial"/>
            </a:endParaRPr>
          </a:p>
        </p:txBody>
      </p:sp>
      <p:sp>
        <p:nvSpPr>
          <p:cNvPr id="341" name="Rectangle 6"/>
          <p:cNvSpPr/>
          <p:nvPr/>
        </p:nvSpPr>
        <p:spPr>
          <a:xfrm>
            <a:off x="1428120" y="3048120"/>
            <a:ext cx="3816360" cy="228240"/>
          </a:xfrm>
          <a:prstGeom prst="rect">
            <a:avLst/>
          </a:prstGeom>
          <a:noFill/>
          <a:ln>
            <a:solidFill>
              <a:srgbClr val="97291e"/>
            </a:solidFill>
            <a:prstDash val="sysDash"/>
            <a:round/>
          </a:ln>
        </p:spPr>
        <p:style>
          <a:lnRef idx="2">
            <a:schemeClr val="accent2"/>
          </a:lnRef>
          <a:fillRef idx="1">
            <a:schemeClr val="lt1"/>
          </a:fillRef>
          <a:effectRef idx="0">
            <a:schemeClr val="accent2"/>
          </a:effectRef>
          <a:fontRef idx="minor"/>
        </p:style>
        <p:txBody>
          <a:bodyPr lIns="90000" rIns="90000" tIns="45000" bIns="45000" anchor="ctr">
            <a:noAutofit/>
          </a:bodyPr>
          <a:p>
            <a:pPr algn="ctr" defTabSz="914400">
              <a:lnSpc>
                <a:spcPct val="100000"/>
              </a:lnSpc>
            </a:pPr>
            <a:endParaRPr b="0" lang="en-IN" sz="1900" spc="-1" strike="noStrike">
              <a:solidFill>
                <a:schemeClr val="dk1"/>
              </a:solidFill>
              <a:latin typeface="Zurich BT"/>
            </a:endParaRPr>
          </a:p>
        </p:txBody>
      </p:sp>
      <p:sp>
        <p:nvSpPr>
          <p:cNvPr id="342" name="Rectangle 13"/>
          <p:cNvSpPr/>
          <p:nvPr/>
        </p:nvSpPr>
        <p:spPr>
          <a:xfrm>
            <a:off x="7025760" y="3048120"/>
            <a:ext cx="3816360" cy="228240"/>
          </a:xfrm>
          <a:prstGeom prst="rect">
            <a:avLst/>
          </a:prstGeom>
          <a:noFill/>
          <a:ln>
            <a:solidFill>
              <a:srgbClr val="97291e"/>
            </a:solidFill>
            <a:prstDash val="sysDash"/>
            <a:round/>
          </a:ln>
        </p:spPr>
        <p:style>
          <a:lnRef idx="2">
            <a:schemeClr val="accent2"/>
          </a:lnRef>
          <a:fillRef idx="1">
            <a:schemeClr val="lt1"/>
          </a:fillRef>
          <a:effectRef idx="0">
            <a:schemeClr val="accent2"/>
          </a:effectRef>
          <a:fontRef idx="minor"/>
        </p:style>
        <p:txBody>
          <a:bodyPr lIns="90000" rIns="90000" tIns="45000" bIns="45000" anchor="ctr">
            <a:noAutofit/>
          </a:bodyPr>
          <a:p>
            <a:pPr algn="ctr" defTabSz="914400">
              <a:lnSpc>
                <a:spcPct val="100000"/>
              </a:lnSpc>
            </a:pPr>
            <a:endParaRPr b="0" lang="en-IN" sz="1900" spc="-1" strike="noStrike">
              <a:solidFill>
                <a:schemeClr val="dk1"/>
              </a:solidFill>
              <a:latin typeface="Zurich BT"/>
            </a:endParaRPr>
          </a:p>
        </p:txBody>
      </p:sp>
      <p:sp>
        <p:nvSpPr>
          <p:cNvPr id="343" name="Rectangle 11"/>
          <p:cNvSpPr/>
          <p:nvPr/>
        </p:nvSpPr>
        <p:spPr>
          <a:xfrm>
            <a:off x="790560" y="834480"/>
            <a:ext cx="9349200" cy="394560"/>
          </a:xfrm>
          <a:prstGeom prst="rect">
            <a:avLst/>
          </a:prstGeom>
          <a:noFill/>
          <a:ln w="0">
            <a:noFill/>
          </a:ln>
        </p:spPr>
        <p:style>
          <a:lnRef idx="0"/>
          <a:fillRef idx="0"/>
          <a:effectRef idx="0"/>
          <a:fontRef idx="minor"/>
        </p:style>
        <p:txBody>
          <a:bodyPr lIns="90000" rIns="90000" tIns="45000" bIns="45000" anchor="t">
            <a:spAutoFit/>
          </a:bodyPr>
          <a:p>
            <a:pPr marL="343080" indent="-343080" defTabSz="914400">
              <a:lnSpc>
                <a:spcPct val="100000"/>
              </a:lnSpc>
              <a:buClr>
                <a:srgbClr val="000000"/>
              </a:buClr>
              <a:buFont typeface="Wingdings" charset="2"/>
              <a:buChar char=""/>
            </a:pPr>
            <a:r>
              <a:rPr b="1" lang="en-US" sz="2000" spc="-1" strike="noStrike">
                <a:solidFill>
                  <a:schemeClr val="dk1"/>
                </a:solidFill>
                <a:latin typeface="Mulish"/>
              </a:rPr>
              <a:t>Certificate should be in </a:t>
            </a:r>
            <a:r>
              <a:rPr b="1" lang="en-US" sz="2000" spc="-1" strike="noStrike">
                <a:solidFill>
                  <a:schemeClr val="dk2">
                    <a:lumMod val="60000"/>
                    <a:lumOff val="40000"/>
                  </a:schemeClr>
                </a:solidFill>
                <a:latin typeface="Mulish"/>
              </a:rPr>
              <a:t>.CER </a:t>
            </a:r>
            <a:r>
              <a:rPr b="1" lang="en-US" sz="2000" spc="-1" strike="noStrike">
                <a:solidFill>
                  <a:schemeClr val="dk1"/>
                </a:solidFill>
                <a:latin typeface="Mulish"/>
              </a:rPr>
              <a:t>or </a:t>
            </a:r>
            <a:r>
              <a:rPr b="1" lang="en-US" sz="2000" spc="-1" strike="noStrike">
                <a:solidFill>
                  <a:schemeClr val="dk2">
                    <a:lumMod val="60000"/>
                    <a:lumOff val="40000"/>
                  </a:schemeClr>
                </a:solidFill>
                <a:latin typeface="Mulish"/>
              </a:rPr>
              <a:t>.CRT </a:t>
            </a:r>
            <a:r>
              <a:rPr b="1" lang="en-US" sz="2000" spc="-1" strike="noStrike">
                <a:solidFill>
                  <a:schemeClr val="dk1"/>
                </a:solidFill>
                <a:latin typeface="Mulish"/>
              </a:rPr>
              <a:t>format/ extension</a:t>
            </a:r>
            <a:endParaRPr b="0" lang="en-IN" sz="20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2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44" name="PlaceHolder 1"/>
          <p:cNvSpPr>
            <a:spLocks noGrp="1"/>
          </p:cNvSpPr>
          <p:nvPr>
            <p:ph/>
          </p:nvPr>
        </p:nvSpPr>
        <p:spPr>
          <a:xfrm>
            <a:off x="125280" y="216000"/>
            <a:ext cx="11683800" cy="493200"/>
          </a:xfrm>
          <a:prstGeom prst="rect">
            <a:avLst/>
          </a:prstGeom>
          <a:noFill/>
          <a:ln w="0">
            <a:noFill/>
          </a:ln>
        </p:spPr>
        <p:txBody>
          <a:bodyPr lIns="91440" rIns="91440" tIns="45720" bIns="45720" anchor="t">
            <a:noAutofit/>
          </a:bodyPr>
          <a:p>
            <a:pPr indent="0" defTabSz="914400">
              <a:lnSpc>
                <a:spcPct val="100000"/>
              </a:lnSpc>
              <a:spcBef>
                <a:spcPts val="479"/>
              </a:spcBef>
              <a:buNone/>
              <a:tabLst>
                <a:tab algn="l" pos="0"/>
              </a:tabLst>
            </a:pPr>
            <a:r>
              <a:rPr b="1" lang="en-US" sz="2400" spc="-1" strike="noStrike">
                <a:solidFill>
                  <a:srgbClr val="97281d"/>
                </a:solidFill>
                <a:latin typeface="Mulish"/>
              </a:rPr>
              <a:t>Mandatory Checkpoints – Merchant CA Signed Certificate </a:t>
            </a:r>
            <a:endParaRPr b="0" lang="en-US" sz="2400" spc="-1" strike="noStrike">
              <a:solidFill>
                <a:schemeClr val="dk1"/>
              </a:solidFill>
              <a:latin typeface="Zurich BT"/>
            </a:endParaRPr>
          </a:p>
        </p:txBody>
      </p:sp>
      <p:sp>
        <p:nvSpPr>
          <p:cNvPr id="345" name="PlaceHolder 2"/>
          <p:cNvSpPr>
            <a:spLocks noGrp="1"/>
          </p:cNvSpPr>
          <p:nvPr>
            <p:ph type="sldNum" idx="43"/>
          </p:nvPr>
        </p:nvSpPr>
        <p:spPr>
          <a:xfrm>
            <a:off x="11199960" y="6415560"/>
            <a:ext cx="609120" cy="365760"/>
          </a:xfrm>
          <a:prstGeom prst="rect">
            <a:avLst/>
          </a:prstGeom>
          <a:noFill/>
          <a:ln w="0">
            <a:noFill/>
          </a:ln>
        </p:spPr>
        <p:txBody>
          <a:bodyPr lIns="91440" rIns="91440" tIns="45720" bIns="45720" anchor="ctr">
            <a:noAutofit/>
          </a:bodyPr>
          <a:lstStyle>
            <a:lvl1pPr indent="0" algn="r" defTabSz="914400">
              <a:lnSpc>
                <a:spcPct val="100000"/>
              </a:lnSpc>
              <a:buNone/>
              <a:defRPr b="0" lang="en-US" sz="1200" spc="-1" strike="noStrike">
                <a:solidFill>
                  <a:srgbClr val="1f497d"/>
                </a:solidFill>
                <a:latin typeface="Zurich Lt BT"/>
              </a:defRPr>
            </a:lvl1pPr>
          </a:lstStyle>
          <a:p>
            <a:pPr indent="0" algn="r" defTabSz="914400">
              <a:lnSpc>
                <a:spcPct val="100000"/>
              </a:lnSpc>
              <a:buNone/>
            </a:pPr>
            <a:fld id="{2276E1BF-A118-45B2-A229-6FE8E0556601}" type="slidenum">
              <a:rPr b="0" lang="en-US" sz="1200" spc="-1" strike="noStrike">
                <a:solidFill>
                  <a:srgbClr val="1f497d"/>
                </a:solidFill>
                <a:latin typeface="Zurich Lt BT"/>
              </a:rPr>
              <a:t>&lt;number&gt;</a:t>
            </a:fld>
            <a:endParaRPr b="0" lang="en-IN" sz="1200" spc="-1" strike="noStrike">
              <a:solidFill>
                <a:srgbClr val="000000"/>
              </a:solidFill>
              <a:latin typeface="Times New Roman"/>
            </a:endParaRPr>
          </a:p>
        </p:txBody>
      </p:sp>
      <p:pic>
        <p:nvPicPr>
          <p:cNvPr id="346" name="Picture 9" descr=""/>
          <p:cNvPicPr/>
          <p:nvPr/>
        </p:nvPicPr>
        <p:blipFill>
          <a:blip r:embed="rId1"/>
          <a:stretch/>
        </p:blipFill>
        <p:spPr>
          <a:xfrm>
            <a:off x="6246720" y="1219320"/>
            <a:ext cx="3903480" cy="4965480"/>
          </a:xfrm>
          <a:prstGeom prst="rect">
            <a:avLst/>
          </a:prstGeom>
          <a:ln w="0">
            <a:noFill/>
          </a:ln>
          <a:effectLst>
            <a:outerShdw algn="tl" blurRad="190440" rotWithShape="0">
              <a:srgbClr val="000000">
                <a:alpha val="70000"/>
              </a:srgbClr>
            </a:outerShdw>
          </a:effectLst>
        </p:spPr>
      </p:pic>
      <p:sp>
        <p:nvSpPr>
          <p:cNvPr id="347" name="TextBox 2"/>
          <p:cNvSpPr/>
          <p:nvPr/>
        </p:nvSpPr>
        <p:spPr>
          <a:xfrm>
            <a:off x="455760" y="2235240"/>
            <a:ext cx="4952520" cy="2558520"/>
          </a:xfrm>
          <a:prstGeom prst="rect">
            <a:avLst/>
          </a:prstGeom>
          <a:noFill/>
          <a:ln w="0">
            <a:noFill/>
          </a:ln>
        </p:spPr>
        <p:style>
          <a:lnRef idx="0"/>
          <a:fillRef idx="0"/>
          <a:effectRef idx="0"/>
          <a:fontRef idx="minor"/>
        </p:style>
        <p:txBody>
          <a:bodyPr lIns="90000" rIns="90000" tIns="45000" bIns="45000" anchor="t">
            <a:spAutoFit/>
          </a:bodyPr>
          <a:p>
            <a:pPr marL="285840" indent="-285840" defTabSz="914400">
              <a:lnSpc>
                <a:spcPct val="100000"/>
              </a:lnSpc>
              <a:buClr>
                <a:srgbClr val="000000"/>
              </a:buClr>
              <a:buFont typeface="Wingdings" charset="2"/>
              <a:buChar char=""/>
            </a:pPr>
            <a:r>
              <a:rPr b="1" lang="en-US" sz="1800" spc="-1" strike="noStrike">
                <a:solidFill>
                  <a:schemeClr val="dk1"/>
                </a:solidFill>
                <a:latin typeface="Mulish"/>
              </a:rPr>
              <a:t>Rename the certificate by adding .txt as extension in file name</a:t>
            </a:r>
            <a:endParaRPr b="0" lang="en-IN" sz="1800" spc="-1" strike="noStrike">
              <a:solidFill>
                <a:srgbClr val="000000"/>
              </a:solidFill>
              <a:latin typeface="Arial"/>
            </a:endParaRPr>
          </a:p>
          <a:p>
            <a:pPr defTabSz="914400">
              <a:lnSpc>
                <a:spcPct val="100000"/>
              </a:lnSpc>
            </a:pPr>
            <a:endParaRPr b="0" lang="en-IN" sz="1800" spc="-1" strike="noStrike">
              <a:solidFill>
                <a:srgbClr val="000000"/>
              </a:solidFill>
              <a:latin typeface="Arial"/>
            </a:endParaRPr>
          </a:p>
          <a:p>
            <a:pPr marL="285840" indent="-285840" defTabSz="914400">
              <a:lnSpc>
                <a:spcPct val="100000"/>
              </a:lnSpc>
              <a:buClr>
                <a:srgbClr val="000000"/>
              </a:buClr>
              <a:buFont typeface="Wingdings" charset="2"/>
              <a:buChar char=""/>
            </a:pPr>
            <a:r>
              <a:rPr b="1" lang="en-US" sz="1800" spc="-1" strike="noStrike">
                <a:solidFill>
                  <a:schemeClr val="dk1"/>
                </a:solidFill>
                <a:latin typeface="Mulish"/>
              </a:rPr>
              <a:t>Double click on certificate file name</a:t>
            </a:r>
            <a:endParaRPr b="0" lang="en-IN" sz="1800" spc="-1" strike="noStrike">
              <a:solidFill>
                <a:srgbClr val="000000"/>
              </a:solidFill>
              <a:latin typeface="Arial"/>
            </a:endParaRPr>
          </a:p>
          <a:p>
            <a:pPr defTabSz="914400">
              <a:lnSpc>
                <a:spcPct val="100000"/>
              </a:lnSpc>
            </a:pPr>
            <a:endParaRPr b="0" lang="en-IN" sz="1800" spc="-1" strike="noStrike">
              <a:solidFill>
                <a:srgbClr val="000000"/>
              </a:solidFill>
              <a:latin typeface="Arial"/>
            </a:endParaRPr>
          </a:p>
          <a:p>
            <a:pPr marL="285840" indent="-285840" defTabSz="914400">
              <a:lnSpc>
                <a:spcPct val="100000"/>
              </a:lnSpc>
              <a:buClr>
                <a:srgbClr val="000000"/>
              </a:buClr>
              <a:buFont typeface="Wingdings" charset="2"/>
              <a:buChar char=""/>
            </a:pPr>
            <a:r>
              <a:rPr b="1" lang="en-US" sz="1800" spc="-1" strike="noStrike">
                <a:solidFill>
                  <a:schemeClr val="dk1"/>
                </a:solidFill>
                <a:latin typeface="Mulish"/>
              </a:rPr>
              <a:t>Certificate when opened in .txt format,</a:t>
            </a:r>
            <a:br>
              <a:rPr sz="1800"/>
            </a:br>
            <a:r>
              <a:rPr b="1" lang="en-US" sz="1800" spc="-1" strike="noStrike">
                <a:solidFill>
                  <a:schemeClr val="dk1"/>
                </a:solidFill>
                <a:latin typeface="Mulish"/>
              </a:rPr>
              <a:t>Format of certificate should start with</a:t>
            </a:r>
            <a:br>
              <a:rPr sz="1800"/>
            </a:br>
            <a:r>
              <a:rPr b="1" lang="en-US" sz="1800" spc="-1" strike="noStrike">
                <a:solidFill>
                  <a:srgbClr val="1f497d"/>
                </a:solidFill>
                <a:latin typeface="Mulish"/>
              </a:rPr>
              <a:t>“Begin Certificate”</a:t>
            </a:r>
            <a:r>
              <a:rPr b="1" lang="en-US" sz="1800" spc="-1" strike="noStrike">
                <a:solidFill>
                  <a:schemeClr val="dk2">
                    <a:lumMod val="60000"/>
                    <a:lumOff val="40000"/>
                  </a:schemeClr>
                </a:solidFill>
                <a:latin typeface="Mulish"/>
              </a:rPr>
              <a:t> </a:t>
            </a:r>
            <a:r>
              <a:rPr b="1" lang="en-US" sz="1800" spc="-1" strike="noStrike">
                <a:solidFill>
                  <a:schemeClr val="dk1"/>
                </a:solidFill>
                <a:latin typeface="Mulish"/>
              </a:rPr>
              <a:t>and end with </a:t>
            </a:r>
            <a:r>
              <a:rPr b="1" lang="en-US" sz="1800" spc="-1" strike="noStrike">
                <a:solidFill>
                  <a:srgbClr val="1f497d"/>
                </a:solidFill>
                <a:latin typeface="Mulish"/>
              </a:rPr>
              <a:t>“End Certificate”</a:t>
            </a:r>
            <a:endParaRPr b="0" lang="en-IN" sz="1800" spc="-1" strike="noStrike">
              <a:solidFill>
                <a:srgbClr val="000000"/>
              </a:solidFill>
              <a:latin typeface="Arial"/>
            </a:endParaRPr>
          </a:p>
        </p:txBody>
      </p:sp>
      <p:sp>
        <p:nvSpPr>
          <p:cNvPr id="348" name="Rectangle 5"/>
          <p:cNvSpPr/>
          <p:nvPr/>
        </p:nvSpPr>
        <p:spPr>
          <a:xfrm>
            <a:off x="8380440" y="2362320"/>
            <a:ext cx="1447560" cy="15192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en-IN" sz="1900" spc="-1" strike="noStrike">
              <a:solidFill>
                <a:schemeClr val="lt1"/>
              </a:solidFill>
              <a:latin typeface="Zurich BT"/>
            </a:endParaRPr>
          </a:p>
        </p:txBody>
      </p:sp>
      <p:sp>
        <p:nvSpPr>
          <p:cNvPr id="349" name="Rectangle 6"/>
          <p:cNvSpPr/>
          <p:nvPr/>
        </p:nvSpPr>
        <p:spPr>
          <a:xfrm>
            <a:off x="6246720" y="3736800"/>
            <a:ext cx="1447560" cy="15192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en-IN" sz="1900" spc="-1" strike="noStrike">
              <a:solidFill>
                <a:schemeClr val="lt1"/>
              </a:solidFill>
              <a:latin typeface="Zurich BT"/>
            </a:endParaRPr>
          </a:p>
        </p:txBody>
      </p:sp>
      <p:sp>
        <p:nvSpPr>
          <p:cNvPr id="350" name="Rectangle 7"/>
          <p:cNvSpPr/>
          <p:nvPr/>
        </p:nvSpPr>
        <p:spPr>
          <a:xfrm>
            <a:off x="8413560" y="4820760"/>
            <a:ext cx="1447560" cy="15192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en-IN" sz="1900" spc="-1" strike="noStrike">
              <a:solidFill>
                <a:schemeClr val="lt1"/>
              </a:solidFill>
              <a:latin typeface="Zurich BT"/>
            </a:endParaRPr>
          </a:p>
        </p:txBody>
      </p:sp>
      <p:sp>
        <p:nvSpPr>
          <p:cNvPr id="351" name="Rectangle 8"/>
          <p:cNvSpPr/>
          <p:nvPr/>
        </p:nvSpPr>
        <p:spPr>
          <a:xfrm>
            <a:off x="8379000" y="2209680"/>
            <a:ext cx="1447560" cy="15192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en-IN" sz="1900" spc="-1" strike="noStrike">
              <a:solidFill>
                <a:schemeClr val="lt1"/>
              </a:solidFill>
              <a:latin typeface="Zurich BT"/>
            </a:endParaRPr>
          </a:p>
        </p:txBody>
      </p:sp>
    </p:spTree>
  </p:cSld>
  <mc:AlternateContent>
    <mc:Choice Requires="p14">
      <p:transition spd="slow" p14:dur="2000"/>
    </mc:Choice>
    <mc:Fallback>
      <p:transition spd="slow"/>
    </mc:Fallback>
  </mc:AlternateContent>
</p:sld>
</file>

<file path=ppt/slides/slide2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52" name="PlaceHolder 1"/>
          <p:cNvSpPr>
            <a:spLocks noGrp="1"/>
          </p:cNvSpPr>
          <p:nvPr>
            <p:ph/>
          </p:nvPr>
        </p:nvSpPr>
        <p:spPr>
          <a:xfrm>
            <a:off x="5504760" y="3315960"/>
            <a:ext cx="5765400" cy="1250640"/>
          </a:xfrm>
          <a:prstGeom prst="rect">
            <a:avLst/>
          </a:prstGeom>
          <a:noFill/>
          <a:ln w="0">
            <a:noFill/>
          </a:ln>
        </p:spPr>
        <p:txBody>
          <a:bodyPr lIns="91440" rIns="91440" tIns="45720" bIns="45720" anchor="t">
            <a:noAutofit/>
          </a:bodyPr>
          <a:p>
            <a:pPr indent="0" defTabSz="914400">
              <a:lnSpc>
                <a:spcPct val="100000"/>
              </a:lnSpc>
              <a:spcBef>
                <a:spcPts val="961"/>
              </a:spcBef>
              <a:buNone/>
              <a:tabLst>
                <a:tab algn="l" pos="0"/>
              </a:tabLst>
            </a:pPr>
            <a:r>
              <a:rPr b="1" lang="en-US" sz="4800" spc="-1" strike="noStrike">
                <a:solidFill>
                  <a:srgbClr val="053c6d"/>
                </a:solidFill>
                <a:latin typeface="Zurich BT"/>
              </a:rPr>
              <a:t>Thank you</a:t>
            </a:r>
            <a:endParaRPr b="0" lang="en-US" sz="4800" spc="-1" strike="noStrike">
              <a:solidFill>
                <a:schemeClr val="dk1"/>
              </a:solidFill>
              <a:latin typeface="Zurich BT"/>
            </a:endParaRPr>
          </a:p>
          <a:p>
            <a:pPr indent="0" defTabSz="914400">
              <a:lnSpc>
                <a:spcPct val="100000"/>
              </a:lnSpc>
              <a:spcBef>
                <a:spcPts val="961"/>
              </a:spcBef>
              <a:buNone/>
              <a:tabLst>
                <a:tab algn="l" pos="0"/>
              </a:tabLst>
            </a:pPr>
            <a:endParaRPr b="0" lang="en-US" sz="4800" spc="-1" strike="noStrike">
              <a:solidFill>
                <a:schemeClr val="dk1"/>
              </a:solidFill>
              <a:latin typeface="Zurich BT"/>
            </a:endParaRPr>
          </a:p>
        </p:txBody>
      </p:sp>
    </p:spTree>
  </p:cSld>
  <mc:AlternateContent>
    <mc:Choice Requires="p14">
      <p:transition spd="slow" p14:dur="2000"/>
    </mc:Choice>
    <mc:Fallback>
      <p:transition spd="slow"/>
    </mc:Fallback>
  </mc:AlternateContent>
</p:sld>
</file>

<file path=ppt/theme/theme1.xml><?xml version="1.0" encoding="utf-8"?>
<a:theme xmlns:a="http://schemas.openxmlformats.org/drawingml/2006/main" xmlns:r="http://schemas.openxmlformats.org/officeDocument/2006/relationships" name="Title +Thank You">
  <a:themeElements>
    <a:clrScheme name="Official">
      <a:dk1>
        <a:srgbClr val="000000"/>
      </a:dk1>
      <a:lt1>
        <a:srgbClr val="ffffff"/>
      </a:lt1>
      <a:dk2>
        <a:srgbClr val="1f497d"/>
      </a:dk2>
      <a:lt2>
        <a:srgbClr val="eeece1"/>
      </a:lt2>
      <a:accent1>
        <a:srgbClr val="e77817"/>
      </a:accent1>
      <a:accent2>
        <a:srgbClr val="97291e"/>
      </a:accent2>
      <a:accent3>
        <a:srgbClr val="053c6d"/>
      </a:accent3>
      <a:accent4>
        <a:srgbClr val="d1cfbb"/>
      </a:accent4>
      <a:accent5>
        <a:srgbClr val="fdb92a"/>
      </a:accent5>
      <a:accent6>
        <a:srgbClr val="f4858e"/>
      </a:accent6>
      <a:hlink>
        <a:srgbClr val="00c0f3"/>
      </a:hlink>
      <a:folHlink>
        <a:srgbClr val="917bb9"/>
      </a:folHlink>
    </a:clrScheme>
    <a:fontScheme name="ICICI">
      <a:majorFont>
        <a:latin typeface="Zurich BT" pitchFamily="0" charset="1"/>
        <a:ea typeface=""/>
        <a:cs typeface=""/>
      </a:majorFont>
      <a:minorFont>
        <a:latin typeface="Zurich BT"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2.xml><?xml version="1.0" encoding="utf-8"?>
<a:theme xmlns:a="http://schemas.openxmlformats.org/drawingml/2006/main" xmlns:r="http://schemas.openxmlformats.org/officeDocument/2006/relationships" name="Title +Thank You">
  <a:themeElements>
    <a:clrScheme name="Official">
      <a:dk1>
        <a:srgbClr val="000000"/>
      </a:dk1>
      <a:lt1>
        <a:srgbClr val="ffffff"/>
      </a:lt1>
      <a:dk2>
        <a:srgbClr val="1f497d"/>
      </a:dk2>
      <a:lt2>
        <a:srgbClr val="eeece1"/>
      </a:lt2>
      <a:accent1>
        <a:srgbClr val="e77817"/>
      </a:accent1>
      <a:accent2>
        <a:srgbClr val="97291e"/>
      </a:accent2>
      <a:accent3>
        <a:srgbClr val="053c6d"/>
      </a:accent3>
      <a:accent4>
        <a:srgbClr val="d1cfbb"/>
      </a:accent4>
      <a:accent5>
        <a:srgbClr val="fdb92a"/>
      </a:accent5>
      <a:accent6>
        <a:srgbClr val="f4858e"/>
      </a:accent6>
      <a:hlink>
        <a:srgbClr val="00c0f3"/>
      </a:hlink>
      <a:folHlink>
        <a:srgbClr val="917bb9"/>
      </a:folHlink>
    </a:clrScheme>
    <a:fontScheme name="ICICI">
      <a:majorFont>
        <a:latin typeface="Zurich BT" pitchFamily="0" charset="1"/>
        <a:ea typeface=""/>
        <a:cs typeface=""/>
      </a:majorFont>
      <a:minorFont>
        <a:latin typeface="Zurich BT"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3.xml><?xml version="1.0" encoding="utf-8"?>
<a:theme xmlns:a="http://schemas.openxmlformats.org/drawingml/2006/main" xmlns:r="http://schemas.openxmlformats.org/officeDocument/2006/relationships" name="Title +Thank You">
  <a:themeElements>
    <a:clrScheme name="Official">
      <a:dk1>
        <a:srgbClr val="000000"/>
      </a:dk1>
      <a:lt1>
        <a:srgbClr val="ffffff"/>
      </a:lt1>
      <a:dk2>
        <a:srgbClr val="1f497d"/>
      </a:dk2>
      <a:lt2>
        <a:srgbClr val="eeece1"/>
      </a:lt2>
      <a:accent1>
        <a:srgbClr val="e77817"/>
      </a:accent1>
      <a:accent2>
        <a:srgbClr val="97291e"/>
      </a:accent2>
      <a:accent3>
        <a:srgbClr val="053c6d"/>
      </a:accent3>
      <a:accent4>
        <a:srgbClr val="d1cfbb"/>
      </a:accent4>
      <a:accent5>
        <a:srgbClr val="fdb92a"/>
      </a:accent5>
      <a:accent6>
        <a:srgbClr val="f4858e"/>
      </a:accent6>
      <a:hlink>
        <a:srgbClr val="00c0f3"/>
      </a:hlink>
      <a:folHlink>
        <a:srgbClr val="917bb9"/>
      </a:folHlink>
    </a:clrScheme>
    <a:fontScheme name="ICICI">
      <a:majorFont>
        <a:latin typeface="Zurich BT" pitchFamily="0" charset="1"/>
        <a:ea typeface=""/>
        <a:cs typeface=""/>
      </a:majorFont>
      <a:minorFont>
        <a:latin typeface="Zurich BT"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4.xml><?xml version="1.0" encoding="utf-8"?>
<a:theme xmlns:a="http://schemas.openxmlformats.org/drawingml/2006/main" xmlns:r="http://schemas.openxmlformats.org/officeDocument/2006/relationships" name="Title +Thank You">
  <a:themeElements>
    <a:clrScheme name="Official">
      <a:dk1>
        <a:srgbClr val="000000"/>
      </a:dk1>
      <a:lt1>
        <a:srgbClr val="ffffff"/>
      </a:lt1>
      <a:dk2>
        <a:srgbClr val="1f497d"/>
      </a:dk2>
      <a:lt2>
        <a:srgbClr val="eeece1"/>
      </a:lt2>
      <a:accent1>
        <a:srgbClr val="e77817"/>
      </a:accent1>
      <a:accent2>
        <a:srgbClr val="97291e"/>
      </a:accent2>
      <a:accent3>
        <a:srgbClr val="053c6d"/>
      </a:accent3>
      <a:accent4>
        <a:srgbClr val="d1cfbb"/>
      </a:accent4>
      <a:accent5>
        <a:srgbClr val="fdb92a"/>
      </a:accent5>
      <a:accent6>
        <a:srgbClr val="f4858e"/>
      </a:accent6>
      <a:hlink>
        <a:srgbClr val="00c0f3"/>
      </a:hlink>
      <a:folHlink>
        <a:srgbClr val="917bb9"/>
      </a:folHlink>
    </a:clrScheme>
    <a:fontScheme name="ICICI">
      <a:majorFont>
        <a:latin typeface="Zurich BT" pitchFamily="0" charset="1"/>
        <a:ea typeface=""/>
        <a:cs typeface=""/>
      </a:majorFont>
      <a:minorFont>
        <a:latin typeface="Zurich BT"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5.xml><?xml version="1.0" encoding="utf-8"?>
<a:theme xmlns:a="http://schemas.openxmlformats.org/drawingml/2006/main" xmlns:r="http://schemas.openxmlformats.org/officeDocument/2006/relationships" name="Title +Thank You">
  <a:themeElements>
    <a:clrScheme name="Official">
      <a:dk1>
        <a:srgbClr val="000000"/>
      </a:dk1>
      <a:lt1>
        <a:srgbClr val="ffffff"/>
      </a:lt1>
      <a:dk2>
        <a:srgbClr val="1f497d"/>
      </a:dk2>
      <a:lt2>
        <a:srgbClr val="eeece1"/>
      </a:lt2>
      <a:accent1>
        <a:srgbClr val="e77817"/>
      </a:accent1>
      <a:accent2>
        <a:srgbClr val="97291e"/>
      </a:accent2>
      <a:accent3>
        <a:srgbClr val="053c6d"/>
      </a:accent3>
      <a:accent4>
        <a:srgbClr val="d1cfbb"/>
      </a:accent4>
      <a:accent5>
        <a:srgbClr val="fdb92a"/>
      </a:accent5>
      <a:accent6>
        <a:srgbClr val="f4858e"/>
      </a:accent6>
      <a:hlink>
        <a:srgbClr val="00c0f3"/>
      </a:hlink>
      <a:folHlink>
        <a:srgbClr val="917bb9"/>
      </a:folHlink>
    </a:clrScheme>
    <a:fontScheme name="ICICI">
      <a:majorFont>
        <a:latin typeface="Zurich BT" pitchFamily="0" charset="1"/>
        <a:ea typeface=""/>
        <a:cs typeface=""/>
      </a:majorFont>
      <a:minorFont>
        <a:latin typeface="Zurich BT"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6.xml><?xml version="1.0" encoding="utf-8"?>
<a:theme xmlns:a="http://schemas.openxmlformats.org/drawingml/2006/main" xmlns:r="http://schemas.openxmlformats.org/officeDocument/2006/relationships" name="Title +Thank You">
  <a:themeElements>
    <a:clrScheme name="Official">
      <a:dk1>
        <a:srgbClr val="000000"/>
      </a:dk1>
      <a:lt1>
        <a:srgbClr val="ffffff"/>
      </a:lt1>
      <a:dk2>
        <a:srgbClr val="1f497d"/>
      </a:dk2>
      <a:lt2>
        <a:srgbClr val="eeece1"/>
      </a:lt2>
      <a:accent1>
        <a:srgbClr val="e77817"/>
      </a:accent1>
      <a:accent2>
        <a:srgbClr val="97291e"/>
      </a:accent2>
      <a:accent3>
        <a:srgbClr val="053c6d"/>
      </a:accent3>
      <a:accent4>
        <a:srgbClr val="d1cfbb"/>
      </a:accent4>
      <a:accent5>
        <a:srgbClr val="fdb92a"/>
      </a:accent5>
      <a:accent6>
        <a:srgbClr val="f4858e"/>
      </a:accent6>
      <a:hlink>
        <a:srgbClr val="00c0f3"/>
      </a:hlink>
      <a:folHlink>
        <a:srgbClr val="917bb9"/>
      </a:folHlink>
    </a:clrScheme>
    <a:fontScheme name="ICICI">
      <a:majorFont>
        <a:latin typeface="Zurich BT" pitchFamily="0" charset="1"/>
        <a:ea typeface=""/>
        <a:cs typeface=""/>
      </a:majorFont>
      <a:minorFont>
        <a:latin typeface="Zurich BT"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7.xml><?xml version="1.0" encoding="utf-8"?>
<a:theme xmlns:a="http://schemas.openxmlformats.org/drawingml/2006/main" xmlns:r="http://schemas.openxmlformats.org/officeDocument/2006/relationships" name="Agenda">
  <a:themeElements>
    <a:clrScheme name="Official">
      <a:dk1>
        <a:srgbClr val="000000"/>
      </a:dk1>
      <a:lt1>
        <a:srgbClr val="ffffff"/>
      </a:lt1>
      <a:dk2>
        <a:srgbClr val="1f497d"/>
      </a:dk2>
      <a:lt2>
        <a:srgbClr val="eeece1"/>
      </a:lt2>
      <a:accent1>
        <a:srgbClr val="e77817"/>
      </a:accent1>
      <a:accent2>
        <a:srgbClr val="97291e"/>
      </a:accent2>
      <a:accent3>
        <a:srgbClr val="053c6d"/>
      </a:accent3>
      <a:accent4>
        <a:srgbClr val="d1cfbb"/>
      </a:accent4>
      <a:accent5>
        <a:srgbClr val="fdb92a"/>
      </a:accent5>
      <a:accent6>
        <a:srgbClr val="f4858e"/>
      </a:accent6>
      <a:hlink>
        <a:srgbClr val="00c0f3"/>
      </a:hlink>
      <a:folHlink>
        <a:srgbClr val="917bb9"/>
      </a:folHlink>
    </a:clrScheme>
    <a:fontScheme name="ICICI">
      <a:majorFont>
        <a:latin typeface="Zurich BT" pitchFamily="0" charset="1"/>
        <a:ea typeface=""/>
        <a:cs typeface=""/>
      </a:majorFont>
      <a:minorFont>
        <a:latin typeface="Zurich BT"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8.xml><?xml version="1.0" encoding="utf-8"?>
<a:theme xmlns:a="http://schemas.openxmlformats.org/drawingml/2006/main" xmlns:r="http://schemas.openxmlformats.org/officeDocument/2006/relationships" name="Text Slide">
  <a:themeElements>
    <a:clrScheme name="Official">
      <a:dk1>
        <a:srgbClr val="000000"/>
      </a:dk1>
      <a:lt1>
        <a:srgbClr val="ffffff"/>
      </a:lt1>
      <a:dk2>
        <a:srgbClr val="1f497d"/>
      </a:dk2>
      <a:lt2>
        <a:srgbClr val="eeece1"/>
      </a:lt2>
      <a:accent1>
        <a:srgbClr val="e77817"/>
      </a:accent1>
      <a:accent2>
        <a:srgbClr val="97291e"/>
      </a:accent2>
      <a:accent3>
        <a:srgbClr val="053c6d"/>
      </a:accent3>
      <a:accent4>
        <a:srgbClr val="d1cfbb"/>
      </a:accent4>
      <a:accent5>
        <a:srgbClr val="fdb92a"/>
      </a:accent5>
      <a:accent6>
        <a:srgbClr val="f4858e"/>
      </a:accent6>
      <a:hlink>
        <a:srgbClr val="00c0f3"/>
      </a:hlink>
      <a:folHlink>
        <a:srgbClr val="917bb9"/>
      </a:folHlink>
    </a:clrScheme>
    <a:fontScheme name="ICICI">
      <a:majorFont>
        <a:latin typeface="Zurich BT" pitchFamily="0" charset="1"/>
        <a:ea typeface=""/>
        <a:cs typeface=""/>
      </a:majorFont>
      <a:minorFont>
        <a:latin typeface="Zurich BT"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9.xml><?xml version="1.0" encoding="utf-8"?>
<a:theme xmlns:a="http://schemas.openxmlformats.org/drawingml/2006/main" xmlns:r="http://schemas.openxmlformats.org/officeDocument/2006/relationships" name="Text + Media ">
  <a:themeElements>
    <a:clrScheme name="Official">
      <a:dk1>
        <a:srgbClr val="000000"/>
      </a:dk1>
      <a:lt1>
        <a:srgbClr val="ffffff"/>
      </a:lt1>
      <a:dk2>
        <a:srgbClr val="1f497d"/>
      </a:dk2>
      <a:lt2>
        <a:srgbClr val="eeece1"/>
      </a:lt2>
      <a:accent1>
        <a:srgbClr val="e77817"/>
      </a:accent1>
      <a:accent2>
        <a:srgbClr val="97291e"/>
      </a:accent2>
      <a:accent3>
        <a:srgbClr val="053c6d"/>
      </a:accent3>
      <a:accent4>
        <a:srgbClr val="d1cfbb"/>
      </a:accent4>
      <a:accent5>
        <a:srgbClr val="fdb92a"/>
      </a:accent5>
      <a:accent6>
        <a:srgbClr val="f4858e"/>
      </a:accent6>
      <a:hlink>
        <a:srgbClr val="00c0f3"/>
      </a:hlink>
      <a:folHlink>
        <a:srgbClr val="917bb9"/>
      </a:folHlink>
    </a:clrScheme>
    <a:fontScheme name="ICICI">
      <a:majorFont>
        <a:latin typeface="Zurich BT" pitchFamily="0" charset="1"/>
        <a:ea typeface=""/>
        <a:cs typeface=""/>
      </a:majorFont>
      <a:minorFont>
        <a:latin typeface="Zurich BT"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10.xml><?xml version="1.0" encoding="utf-8"?>
<a:theme xmlns:a="http://schemas.openxmlformats.org/drawingml/2006/main" xmlns:r="http://schemas.openxmlformats.org/officeDocument/2006/relationships" name="Text + Media ">
  <a:themeElements>
    <a:clrScheme name="Official">
      <a:dk1>
        <a:srgbClr val="000000"/>
      </a:dk1>
      <a:lt1>
        <a:srgbClr val="ffffff"/>
      </a:lt1>
      <a:dk2>
        <a:srgbClr val="1f497d"/>
      </a:dk2>
      <a:lt2>
        <a:srgbClr val="eeece1"/>
      </a:lt2>
      <a:accent1>
        <a:srgbClr val="e77817"/>
      </a:accent1>
      <a:accent2>
        <a:srgbClr val="97291e"/>
      </a:accent2>
      <a:accent3>
        <a:srgbClr val="053c6d"/>
      </a:accent3>
      <a:accent4>
        <a:srgbClr val="d1cfbb"/>
      </a:accent4>
      <a:accent5>
        <a:srgbClr val="fdb92a"/>
      </a:accent5>
      <a:accent6>
        <a:srgbClr val="f4858e"/>
      </a:accent6>
      <a:hlink>
        <a:srgbClr val="00c0f3"/>
      </a:hlink>
      <a:folHlink>
        <a:srgbClr val="917bb9"/>
      </a:folHlink>
    </a:clrScheme>
    <a:fontScheme name="ICICI">
      <a:majorFont>
        <a:latin typeface="Zurich BT" pitchFamily="0" charset="1"/>
        <a:ea typeface=""/>
        <a:cs typeface=""/>
      </a:majorFont>
      <a:minorFont>
        <a:latin typeface="Zurich BT"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11.xml><?xml version="1.0" encoding="utf-8"?>
<a:theme xmlns:a="http://schemas.openxmlformats.org/drawingml/2006/main" xmlns:r="http://schemas.openxmlformats.org/officeDocument/2006/relationships" name="Text + Media ">
  <a:themeElements>
    <a:clrScheme name="Official">
      <a:dk1>
        <a:srgbClr val="000000"/>
      </a:dk1>
      <a:lt1>
        <a:srgbClr val="ffffff"/>
      </a:lt1>
      <a:dk2>
        <a:srgbClr val="1f497d"/>
      </a:dk2>
      <a:lt2>
        <a:srgbClr val="eeece1"/>
      </a:lt2>
      <a:accent1>
        <a:srgbClr val="e77817"/>
      </a:accent1>
      <a:accent2>
        <a:srgbClr val="97291e"/>
      </a:accent2>
      <a:accent3>
        <a:srgbClr val="053c6d"/>
      </a:accent3>
      <a:accent4>
        <a:srgbClr val="d1cfbb"/>
      </a:accent4>
      <a:accent5>
        <a:srgbClr val="fdb92a"/>
      </a:accent5>
      <a:accent6>
        <a:srgbClr val="f4858e"/>
      </a:accent6>
      <a:hlink>
        <a:srgbClr val="00c0f3"/>
      </a:hlink>
      <a:folHlink>
        <a:srgbClr val="917bb9"/>
      </a:folHlink>
    </a:clrScheme>
    <a:fontScheme name="ICICI">
      <a:majorFont>
        <a:latin typeface="Zurich BT" pitchFamily="0" charset="1"/>
        <a:ea typeface=""/>
        <a:cs typeface=""/>
      </a:majorFont>
      <a:minorFont>
        <a:latin typeface="Zurich BT"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12.xml><?xml version="1.0" encoding="utf-8"?>
<a:theme xmlns:a="http://schemas.openxmlformats.org/drawingml/2006/main" xmlns:r="http://schemas.openxmlformats.org/officeDocument/2006/relationships" name="Text + Media ">
  <a:themeElements>
    <a:clrScheme name="Official">
      <a:dk1>
        <a:srgbClr val="000000"/>
      </a:dk1>
      <a:lt1>
        <a:srgbClr val="ffffff"/>
      </a:lt1>
      <a:dk2>
        <a:srgbClr val="1f497d"/>
      </a:dk2>
      <a:lt2>
        <a:srgbClr val="eeece1"/>
      </a:lt2>
      <a:accent1>
        <a:srgbClr val="e77817"/>
      </a:accent1>
      <a:accent2>
        <a:srgbClr val="97291e"/>
      </a:accent2>
      <a:accent3>
        <a:srgbClr val="053c6d"/>
      </a:accent3>
      <a:accent4>
        <a:srgbClr val="d1cfbb"/>
      </a:accent4>
      <a:accent5>
        <a:srgbClr val="fdb92a"/>
      </a:accent5>
      <a:accent6>
        <a:srgbClr val="f4858e"/>
      </a:accent6>
      <a:hlink>
        <a:srgbClr val="00c0f3"/>
      </a:hlink>
      <a:folHlink>
        <a:srgbClr val="917bb9"/>
      </a:folHlink>
    </a:clrScheme>
    <a:fontScheme name="ICICI">
      <a:majorFont>
        <a:latin typeface="Zurich BT" pitchFamily="0" charset="1"/>
        <a:ea typeface=""/>
        <a:cs typeface=""/>
      </a:majorFont>
      <a:minorFont>
        <a:latin typeface="Zurich BT"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13.xml><?xml version="1.0" encoding="utf-8"?>
<a:theme xmlns:a="http://schemas.openxmlformats.org/drawingml/2006/main" xmlns:r="http://schemas.openxmlformats.org/officeDocument/2006/relationships" name="Graph Slides">
  <a:themeElements>
    <a:clrScheme name="Official">
      <a:dk1>
        <a:srgbClr val="000000"/>
      </a:dk1>
      <a:lt1>
        <a:srgbClr val="ffffff"/>
      </a:lt1>
      <a:dk2>
        <a:srgbClr val="1f497d"/>
      </a:dk2>
      <a:lt2>
        <a:srgbClr val="eeece1"/>
      </a:lt2>
      <a:accent1>
        <a:srgbClr val="e77817"/>
      </a:accent1>
      <a:accent2>
        <a:srgbClr val="97291e"/>
      </a:accent2>
      <a:accent3>
        <a:srgbClr val="053c6d"/>
      </a:accent3>
      <a:accent4>
        <a:srgbClr val="d1cfbb"/>
      </a:accent4>
      <a:accent5>
        <a:srgbClr val="fdb92a"/>
      </a:accent5>
      <a:accent6>
        <a:srgbClr val="f4858e"/>
      </a:accent6>
      <a:hlink>
        <a:srgbClr val="00c0f3"/>
      </a:hlink>
      <a:folHlink>
        <a:srgbClr val="917bb9"/>
      </a:folHlink>
    </a:clrScheme>
    <a:fontScheme name="ICICI">
      <a:majorFont>
        <a:latin typeface="Zurich BT" pitchFamily="0" charset="1"/>
        <a:ea typeface=""/>
        <a:cs typeface=""/>
      </a:majorFont>
      <a:minorFont>
        <a:latin typeface="Zurich BT"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14.xml><?xml version="1.0" encoding="utf-8"?>
<a:theme xmlns:a="http://schemas.openxmlformats.org/drawingml/2006/main" xmlns:r="http://schemas.openxmlformats.org/officeDocument/2006/relationships" name="Graph Slides">
  <a:themeElements>
    <a:clrScheme name="Official">
      <a:dk1>
        <a:srgbClr val="000000"/>
      </a:dk1>
      <a:lt1>
        <a:srgbClr val="ffffff"/>
      </a:lt1>
      <a:dk2>
        <a:srgbClr val="1f497d"/>
      </a:dk2>
      <a:lt2>
        <a:srgbClr val="eeece1"/>
      </a:lt2>
      <a:accent1>
        <a:srgbClr val="e77817"/>
      </a:accent1>
      <a:accent2>
        <a:srgbClr val="97291e"/>
      </a:accent2>
      <a:accent3>
        <a:srgbClr val="053c6d"/>
      </a:accent3>
      <a:accent4>
        <a:srgbClr val="d1cfbb"/>
      </a:accent4>
      <a:accent5>
        <a:srgbClr val="fdb92a"/>
      </a:accent5>
      <a:accent6>
        <a:srgbClr val="f4858e"/>
      </a:accent6>
      <a:hlink>
        <a:srgbClr val="00c0f3"/>
      </a:hlink>
      <a:folHlink>
        <a:srgbClr val="917bb9"/>
      </a:folHlink>
    </a:clrScheme>
    <a:fontScheme name="ICICI">
      <a:majorFont>
        <a:latin typeface="Zurich BT" pitchFamily="0" charset="1"/>
        <a:ea typeface=""/>
        <a:cs typeface=""/>
      </a:majorFont>
      <a:minorFont>
        <a:latin typeface="Zurich BT"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15.xml><?xml version="1.0" encoding="utf-8"?>
<a:theme xmlns:a="http://schemas.openxmlformats.org/drawingml/2006/main" xmlns:r="http://schemas.openxmlformats.org/officeDocument/2006/relationships" name="Full Table ">
  <a:themeElements>
    <a:clrScheme name="Official">
      <a:dk1>
        <a:srgbClr val="000000"/>
      </a:dk1>
      <a:lt1>
        <a:srgbClr val="ffffff"/>
      </a:lt1>
      <a:dk2>
        <a:srgbClr val="1f497d"/>
      </a:dk2>
      <a:lt2>
        <a:srgbClr val="eeece1"/>
      </a:lt2>
      <a:accent1>
        <a:srgbClr val="e77817"/>
      </a:accent1>
      <a:accent2>
        <a:srgbClr val="97291e"/>
      </a:accent2>
      <a:accent3>
        <a:srgbClr val="053c6d"/>
      </a:accent3>
      <a:accent4>
        <a:srgbClr val="d1cfbb"/>
      </a:accent4>
      <a:accent5>
        <a:srgbClr val="fdb92a"/>
      </a:accent5>
      <a:accent6>
        <a:srgbClr val="f4858e"/>
      </a:accent6>
      <a:hlink>
        <a:srgbClr val="00c0f3"/>
      </a:hlink>
      <a:folHlink>
        <a:srgbClr val="917bb9"/>
      </a:folHlink>
    </a:clrScheme>
    <a:fontScheme name="ICICI">
      <a:majorFont>
        <a:latin typeface="Zurich BT" pitchFamily="0" charset="1"/>
        <a:ea typeface=""/>
        <a:cs typeface=""/>
      </a:majorFont>
      <a:minorFont>
        <a:latin typeface="Zurich BT"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16.xml><?xml version="1.0" encoding="utf-8"?>
<a:theme xmlns:a="http://schemas.openxmlformats.org/drawingml/2006/main" xmlns:r="http://schemas.openxmlformats.org/officeDocument/2006/relationships" name="Smart Art ">
  <a:themeElements>
    <a:clrScheme name="Official">
      <a:dk1>
        <a:srgbClr val="000000"/>
      </a:dk1>
      <a:lt1>
        <a:srgbClr val="ffffff"/>
      </a:lt1>
      <a:dk2>
        <a:srgbClr val="1f497d"/>
      </a:dk2>
      <a:lt2>
        <a:srgbClr val="eeece1"/>
      </a:lt2>
      <a:accent1>
        <a:srgbClr val="e77817"/>
      </a:accent1>
      <a:accent2>
        <a:srgbClr val="97291e"/>
      </a:accent2>
      <a:accent3>
        <a:srgbClr val="053c6d"/>
      </a:accent3>
      <a:accent4>
        <a:srgbClr val="d1cfbb"/>
      </a:accent4>
      <a:accent5>
        <a:srgbClr val="fdb92a"/>
      </a:accent5>
      <a:accent6>
        <a:srgbClr val="f4858e"/>
      </a:accent6>
      <a:hlink>
        <a:srgbClr val="00c0f3"/>
      </a:hlink>
      <a:folHlink>
        <a:srgbClr val="917bb9"/>
      </a:folHlink>
    </a:clrScheme>
    <a:fontScheme name="ICICI">
      <a:majorFont>
        <a:latin typeface="Zurich BT" pitchFamily="0" charset="1"/>
        <a:ea typeface=""/>
        <a:cs typeface=""/>
      </a:majorFont>
      <a:minorFont>
        <a:latin typeface="Zurich BT"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17.xml><?xml version="1.0" encoding="utf-8"?>
<a:theme xmlns:a="http://schemas.openxmlformats.org/drawingml/2006/main" xmlns:r="http://schemas.openxmlformats.org/officeDocument/2006/relationships" name="Impact Slide">
  <a:themeElements>
    <a:clrScheme name="Official">
      <a:dk1>
        <a:srgbClr val="000000"/>
      </a:dk1>
      <a:lt1>
        <a:srgbClr val="ffffff"/>
      </a:lt1>
      <a:dk2>
        <a:srgbClr val="1f497d"/>
      </a:dk2>
      <a:lt2>
        <a:srgbClr val="eeece1"/>
      </a:lt2>
      <a:accent1>
        <a:srgbClr val="e77817"/>
      </a:accent1>
      <a:accent2>
        <a:srgbClr val="97291e"/>
      </a:accent2>
      <a:accent3>
        <a:srgbClr val="053c6d"/>
      </a:accent3>
      <a:accent4>
        <a:srgbClr val="d1cfbb"/>
      </a:accent4>
      <a:accent5>
        <a:srgbClr val="fdb92a"/>
      </a:accent5>
      <a:accent6>
        <a:srgbClr val="f4858e"/>
      </a:accent6>
      <a:hlink>
        <a:srgbClr val="00c0f3"/>
      </a:hlink>
      <a:folHlink>
        <a:srgbClr val="917bb9"/>
      </a:folHlink>
    </a:clrScheme>
    <a:fontScheme name="ICICI">
      <a:majorFont>
        <a:latin typeface="Zurich BT" pitchFamily="0" charset="1"/>
        <a:ea typeface=""/>
        <a:cs typeface=""/>
      </a:majorFont>
      <a:minorFont>
        <a:latin typeface="Zurich BT"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18.xml><?xml version="1.0" encoding="utf-8"?>
<a:theme xmlns:a="http://schemas.openxmlformats.org/drawingml/2006/main" xmlns:r="http://schemas.openxmlformats.org/officeDocument/2006/relationships" name="Office Them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customXml/_rels/item1.xml.rels><?xml version="1.0" encoding="UTF-8"?>
<Relationships xmlns="http://schemas.openxmlformats.org/package/2006/relationships"><Relationship Id="rId1" Type="http://schemas.openxmlformats.org/officeDocument/2006/relationships/customXmlProps" Target="itemProps1.xml"/>
</Relationships>
</file>

<file path=customXml/_rels/item2.xml.rels><?xml version="1.0" encoding="UTF-8"?>
<Relationships xmlns="http://schemas.openxmlformats.org/package/2006/relationships"><Relationship Id="rId1" Type="http://schemas.openxmlformats.org/officeDocument/2006/relationships/customXmlProps" Target="itemProps2.xml"/>
</Relationships>
</file>

<file path=customXml/_rels/item3.xml.rels><?xml version="1.0" encoding="UTF-8"?>
<Relationships xmlns="http://schemas.openxmlformats.org/package/2006/relationships"><Relationship Id="rId1" Type="http://schemas.openxmlformats.org/officeDocument/2006/relationships/customXmlProps" Target="itemProps3.xml"/>
</Relationships>
</file>

<file path=customXml/item1.xml><?xml version="1.0" encoding="utf-8"?>
<p:properties xmlns:p="http://schemas.microsoft.com/office/2006/metadata/properties" xmlns:xsi="http://www.w3.org/2001/XMLSchema-instance" xmlns:pc="http://schemas.microsoft.com/office/infopath/2007/PartnerControls">
  <documentManagement>
    <WikiField xmlns="http://schemas.microsoft.com/sharepoint/v3" xsi:nil="true"/>
    <lcf76f155ced4ddcb4097134ff3c332f xmlns="71a1477f-a12b-4043-aef8-fc24f821c00f">
      <Terms xmlns="http://schemas.microsoft.com/office/infopath/2007/PartnerControls"/>
    </lcf76f155ced4ddcb4097134ff3c332f>
    <TaxCatchAll xmlns="023b2816-e46e-491b-98ed-53c6a4ff769a" xsi:nil="true"/>
    <_ExtendedDescription xmlns="http://schemas.microsoft.com/sharepoint/v3" xsi:nil="true"/>
  </documentManagement>
</p:properties>
</file>

<file path=customXml/item2.xml><?xml version="1.0" encoding="utf-8"?>
<?mso-contentType ?>
<FormTemplates xmlns="http://schemas.microsoft.com/sharepoint/v3/contenttype/forms">
  <Display>WikiEditForm</Display>
  <Edit>WikiEditForm</Edit>
  <New>WikiEditForm</New>
</FormTemplates>
</file>

<file path=customXml/item3.xml><?xml version="1.0" encoding="utf-8"?>
<ct:contentTypeSchema xmlns:ct="http://schemas.microsoft.com/office/2006/metadata/contentType" xmlns:ma="http://schemas.microsoft.com/office/2006/metadata/properties/metaAttributes" ct:_="" ma:_="" ma:contentTypeName="Wiki Page" ma:contentTypeID="0x01010800D5DF4C7A16FF5A4E9A01E6EB312FCCFB" ma:contentTypeVersion="15" ma:contentTypeDescription="Create a new wiki page." ma:contentTypeScope="" ma:versionID="18c2b0c358e6071d2d6bc14739313d83">
  <xsd:schema xmlns:xsd="http://www.w3.org/2001/XMLSchema" xmlns:xs="http://www.w3.org/2001/XMLSchema" xmlns:p="http://schemas.microsoft.com/office/2006/metadata/properties" xmlns:ns1="http://schemas.microsoft.com/sharepoint/v3" xmlns:ns2="71a1477f-a12b-4043-aef8-fc24f821c00f" xmlns:ns3="023b2816-e46e-491b-98ed-53c6a4ff769a" targetNamespace="http://schemas.microsoft.com/office/2006/metadata/properties" ma:root="true" ma:fieldsID="9fcf64b12f969a48fba032f34605371b" ns1:_="" ns2:_="" ns3:_="">
    <xsd:import namespace="http://schemas.microsoft.com/sharepoint/v3"/>
    <xsd:import namespace="71a1477f-a12b-4043-aef8-fc24f821c00f"/>
    <xsd:import namespace="023b2816-e46e-491b-98ed-53c6a4ff769a"/>
    <xsd:element name="properties">
      <xsd:complexType>
        <xsd:sequence>
          <xsd:element name="documentManagement">
            <xsd:complexType>
              <xsd:all>
                <xsd:element ref="ns1:WikiField" minOccurs="0"/>
                <xsd:element ref="ns2:MediaServiceMetadata" minOccurs="0"/>
                <xsd:element ref="ns2:MediaServiceFastMetadata" minOccurs="0"/>
                <xsd:element ref="ns2:MediaServiceAutoTags" minOccurs="0"/>
                <xsd:element ref="ns2:MediaServiceOCR" minOccurs="0"/>
                <xsd:element ref="ns2:MediaServiceGenerationTime" minOccurs="0"/>
                <xsd:element ref="ns2:MediaServiceEventHashCode" minOccurs="0"/>
                <xsd:element ref="ns2:MediaServiceAutoKeyPoints" minOccurs="0"/>
                <xsd:element ref="ns2:MediaServiceKeyPoints" minOccurs="0"/>
                <xsd:element ref="ns2:MediaLengthInSeconds" minOccurs="0"/>
                <xsd:element ref="ns2:MediaServiceDateTaken" minOccurs="0"/>
                <xsd:element ref="ns2:lcf76f155ced4ddcb4097134ff3c332f" minOccurs="0"/>
                <xsd:element ref="ns3:TaxCatchAll" minOccurs="0"/>
                <xsd:element ref="ns3:SharedWithUsers" minOccurs="0"/>
                <xsd:element ref="ns3:SharedWithDetails" minOccurs="0"/>
                <xsd:element ref="ns1:_ExtendedDescriptio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WikiField" ma:index="7" nillable="true" ma:displayName="Wiki Content" ma:internalName="WikiField">
      <xsd:simpleType>
        <xsd:restriction base="dms:Note"/>
      </xsd:simpleType>
    </xsd:element>
    <xsd:element name="_ExtendedDescription" ma:index="23" nillable="true" ma:displayName="Description" ma:internalName="_ExtendedDescription">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71a1477f-a12b-4043-aef8-fc24f821c00f"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Tags" ma:index="10" nillable="true" ma:displayName="Tags" ma:internalName="MediaServiceAutoTags" ma:readOnly="true">
      <xsd:simpleType>
        <xsd:restriction base="dms:Text"/>
      </xsd:simpleType>
    </xsd:element>
    <xsd:element name="MediaServiceOCR" ma:index="11" nillable="true" ma:displayName="Extracted Text" ma:internalName="MediaServiceOCR" ma:readOnly="true">
      <xsd:simpleType>
        <xsd:restriction base="dms:Note">
          <xsd:maxLength value="255"/>
        </xsd:restriction>
      </xsd:simpleType>
    </xsd:element>
    <xsd:element name="MediaServiceGenerationTime" ma:index="12" nillable="true" ma:displayName="MediaServiceGenerationTime" ma:hidden="true" ma:internalName="MediaServiceGenerationTime" ma:readOnly="true">
      <xsd:simpleType>
        <xsd:restriction base="dms:Text"/>
      </xsd:simpleType>
    </xsd:element>
    <xsd:element name="MediaServiceEventHashCode" ma:index="13" nillable="true" ma:displayName="MediaServiceEventHashCode" ma:hidden="true" ma:internalName="MediaServiceEventHashCode" ma:readOnly="true">
      <xsd:simpleType>
        <xsd:restriction base="dms:Text"/>
      </xsd:simpleType>
    </xsd:element>
    <xsd:element name="MediaServiceAutoKeyPoints" ma:index="14" nillable="true" ma:displayName="MediaServiceAutoKeyPoints" ma:hidden="true" ma:internalName="MediaServiceAutoKeyPoints" ma:readOnly="true">
      <xsd:simpleType>
        <xsd:restriction base="dms:Note"/>
      </xsd:simpleType>
    </xsd:element>
    <xsd:element name="MediaServiceKeyPoints" ma:index="15" nillable="true" ma:displayName="KeyPoints" ma:internalName="MediaServiceKeyPoints" ma:readOnly="true">
      <xsd:simpleType>
        <xsd:restriction base="dms:Note">
          <xsd:maxLength value="255"/>
        </xsd:restriction>
      </xsd:simpleType>
    </xsd:element>
    <xsd:element name="MediaLengthInSeconds" ma:index="16" nillable="true" ma:displayName="MediaLengthInSeconds" ma:hidden="true" ma:internalName="MediaLengthInSeconds" ma:readOnly="true">
      <xsd:simpleType>
        <xsd:restriction base="dms:Unknown"/>
      </xsd:simpleType>
    </xsd:element>
    <xsd:element name="MediaServiceDateTaken" ma:index="17" nillable="true" ma:displayName="MediaServiceDateTaken" ma:hidden="true" ma:internalName="MediaServiceDateTaken" ma:readOnly="true">
      <xsd:simpleType>
        <xsd:restriction base="dms:Text"/>
      </xsd:simpleType>
    </xsd:element>
    <xsd:element name="lcf76f155ced4ddcb4097134ff3c332f" ma:index="19" nillable="true" ma:taxonomy="true" ma:internalName="lcf76f155ced4ddcb4097134ff3c332f" ma:taxonomyFieldName="MediaServiceImageTags" ma:displayName="Image Tags" ma:readOnly="false" ma:fieldId="{5cf76f15-5ced-4ddc-b409-7134ff3c332f}" ma:taxonomyMulti="true" ma:sspId="f618b8b8-60da-404e-965f-267646ff2e1f" ma:termSetId="09814cd3-568e-fe90-9814-8d621ff8fb84" ma:anchorId="fba54fb3-c3e1-fe81-a776-ca4b69148c4d" ma:open="true" ma:isKeyword="false">
      <xsd:complexType>
        <xsd:sequence>
          <xsd:element ref="pc:Terms" minOccurs="0" maxOccurs="1"/>
        </xsd:sequence>
      </xsd:complexType>
    </xsd:element>
  </xsd:schema>
  <xsd:schema xmlns:xsd="http://www.w3.org/2001/XMLSchema" xmlns:xs="http://www.w3.org/2001/XMLSchema" xmlns:dms="http://schemas.microsoft.com/office/2006/documentManagement/types" xmlns:pc="http://schemas.microsoft.com/office/infopath/2007/PartnerControls" targetNamespace="023b2816-e46e-491b-98ed-53c6a4ff769a" elementFormDefault="qualified">
    <xsd:import namespace="http://schemas.microsoft.com/office/2006/documentManagement/types"/>
    <xsd:import namespace="http://schemas.microsoft.com/office/infopath/2007/PartnerControls"/>
    <xsd:element name="TaxCatchAll" ma:index="20" nillable="true" ma:displayName="Taxonomy Catch All Column" ma:hidden="true" ma:list="{f0f58f83-5223-4665-b185-a63a75a9b5da}" ma:internalName="TaxCatchAll" ma:showField="CatchAllData" ma:web="023b2816-e46e-491b-98ed-53c6a4ff769a">
      <xsd:complexType>
        <xsd:complexContent>
          <xsd:extension base="dms:MultiChoiceLookup">
            <xsd:sequence>
              <xsd:element name="Value" type="dms:Lookup" maxOccurs="unbounded" minOccurs="0" nillable="true"/>
            </xsd:sequence>
          </xsd:extension>
        </xsd:complexContent>
      </xsd:complexType>
    </xsd:element>
    <xsd:element name="SharedWithUsers" ma:index="21"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22"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19876F6E-3601-4EBF-A84C-D5870E4721DA}">
  <ds:schemaRefs>
    <ds:schemaRef ds:uri="http://purl.org/dc/elements/1.1/"/>
    <ds:schemaRef ds:uri="http://schemas.microsoft.com/office/2006/documentManagement/types"/>
    <ds:schemaRef ds:uri="023b2816-e46e-491b-98ed-53c6a4ff769a"/>
    <ds:schemaRef ds:uri="http://schemas.microsoft.com/office/2006/metadata/properties"/>
    <ds:schemaRef ds:uri="http://www.w3.org/XML/1998/namespace"/>
    <ds:schemaRef ds:uri="71a1477f-a12b-4043-aef8-fc24f821c00f"/>
    <ds:schemaRef ds:uri="http://purl.org/dc/dcmitype/"/>
    <ds:schemaRef ds:uri="http://schemas.microsoft.com/office/infopath/2007/PartnerControls"/>
    <ds:schemaRef ds:uri="http://schemas.openxmlformats.org/package/2006/metadata/core-properties"/>
    <ds:schemaRef ds:uri="http://schemas.microsoft.com/sharepoint/v3"/>
    <ds:schemaRef ds:uri="http://purl.org/dc/terms/"/>
  </ds:schemaRefs>
</ds:datastoreItem>
</file>

<file path=customXml/itemProps2.xml><?xml version="1.0" encoding="utf-8"?>
<ds:datastoreItem xmlns:ds="http://schemas.openxmlformats.org/officeDocument/2006/customXml" ds:itemID="{E6EACCC6-57AD-465F-83E5-D797F85603FA}">
  <ds:schemaRefs>
    <ds:schemaRef ds:uri="http://schemas.microsoft.com/sharepoint/v3/contenttype/forms"/>
  </ds:schemaRefs>
</ds:datastoreItem>
</file>

<file path=customXml/itemProps3.xml><?xml version="1.0" encoding="utf-8"?>
<ds:datastoreItem xmlns:ds="http://schemas.openxmlformats.org/officeDocument/2006/customXml" ds:itemID="{CA140172-D64C-4241-8FD0-6E8E7A3E3927}">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1477f-a12b-4043-aef8-fc24f821c00f"/>
    <ds:schemaRef ds:uri="023b2816-e46e-491b-98ed-53c6a4ff769a"/>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ICICI_Corporate Deck</Template>
  <TotalTime>24379</TotalTime>
  <Application>LibreOffice/24.2.5.2$Windows_X86_64 LibreOffice_project/bffef4ea93e59bebbeaf7f431bb02b1a39ee8a59</Application>
  <AppVersion>15.0000</AppVersion>
  <Words>2317</Words>
  <Paragraphs>364</Paragraphs>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2017-08-16T06:09:28Z</dcterms:created>
  <dc:creator>hp</dc:creator>
  <dc:description/>
  <dc:language>en-IN</dc:language>
  <cp:lastModifiedBy/>
  <dcterms:modified xsi:type="dcterms:W3CDTF">2025-09-19T10:17:28Z</dcterms:modified>
  <cp:revision>751</cp:revision>
  <dc:subject/>
  <dc:title>PowerPoint Presentation</dc:titl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0x01010800D5DF4C7A16FF5A4E9A01E6EB312FCCFB</vt:lpwstr>
  </property>
  <property fmtid="{D5CDD505-2E9C-101B-9397-08002B2CF9AE}" pid="3" name="MMClips">
    <vt:i4>1</vt:i4>
  </property>
  <property fmtid="{D5CDD505-2E9C-101B-9397-08002B2CF9AE}" pid="4" name="Notes">
    <vt:i4>1</vt:i4>
  </property>
  <property fmtid="{D5CDD505-2E9C-101B-9397-08002B2CF9AE}" pid="5" name="PresentationFormat">
    <vt:lpwstr>Custom</vt:lpwstr>
  </property>
  <property fmtid="{D5CDD505-2E9C-101B-9397-08002B2CF9AE}" pid="6" name="Slides">
    <vt:i4>21</vt:i4>
  </property>
</Properties>
</file>